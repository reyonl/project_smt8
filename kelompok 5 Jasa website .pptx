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5" r:id="rId1"/>
  </p:sldMasterIdLst>
  <p:notesMasterIdLst>
    <p:notesMasterId r:id="rId9"/>
  </p:notesMasterIdLst>
  <p:sldIdLst>
    <p:sldId id="256" r:id="rId2"/>
    <p:sldId id="257" r:id="rId3"/>
    <p:sldId id="258" r:id="rId4"/>
    <p:sldId id="268" r:id="rId5"/>
    <p:sldId id="274" r:id="rId6"/>
    <p:sldId id="350" r:id="rId7"/>
    <p:sldId id="349" r:id="rId8"/>
  </p:sldIdLst>
  <p:sldSz cx="9144000" cy="5143500" type="screen16x9"/>
  <p:notesSz cx="6858000" cy="9144000"/>
  <p:embeddedFontLst>
    <p:embeddedFont>
      <p:font typeface="ADLaM Display" panose="02010000000000000000" pitchFamily="2" charset="0"/>
      <p:regular r:id="rId10"/>
    </p:embeddedFont>
    <p:embeddedFont>
      <p:font typeface="Ubuntu" panose="020B050403060203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4133"/>
    <a:srgbClr val="F7B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34D1B45-1F4C-4E56-A080-3238EDEA35D0}">
  <a:tblStyle styleId="{734D1B45-1F4C-4E56-A080-3238EDEA35D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p:scale>
          <a:sx n="91" d="100"/>
          <a:sy n="91" d="100"/>
        </p:scale>
        <p:origin x="580"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0" name="Google Shape;124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Selamat pagi/siang rekan-rekan dan Dosen Penguji sekalian. Kami dari Kelompok 5 akan mempresentasikan hasil proyek kami yang berjudul 'Pemanfaatan Google Analytics sebagai Alat Analisis Pengunjung Website' pada platform Jasa Website yang telah kami kembangkan.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g8709aee9b2_1_1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4" name="Google Shape;1294;g8709aee9b2_1_1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Mari kita mulai dari latar belakang. Poin pertama, Urgensi Analisis Data, didasari oleh kebutuhan kami untuk mengamati perilaku pengunjung website secara nyata (empiris) guna memahami minat calon klien. </a:t>
            </a:r>
          </a:p>
          <a:p/>
          <a:p>
            <a:r>
              <a:t>Untuk itu, kami menggunakan Google Analytics 4 sebagai alat perekam perjalanan pengguna (user journey) secara real-time. </a:t>
            </a:r>
          </a:p>
          <a:p/>
          <a:p>
            <a:r>
              <a:t>Tujuan implementasi ini ada tiga: mengukur rasio konversi paket pesanan, menekan tingkat pembatalan pesanan (cart abandonment), serta menjadi dasar pengambilan keputusan pengembangan sistem berbasis data (data-driven).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7849623ff8_2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7849623ff8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ini menjelaskan apa itu GA4 dan bagaimana ia bekerja. Secara teknis, kami menyisipkan skrip pelacak global (gtag.js) pada bagian &lt;head&gt; website. Skrip ini bertugas mengirimkan data interaksi secara asinkron dari browser pengunjung ke server Google tanpa memperlambat loading halaman.</a:t>
            </a:r>
          </a:p>
          <a:p/>
          <a:p>
            <a:r>
              <a:t>Manfaat utamanya adalah kita dapat mendeteksi halaman dengan rasio pentalan (bounce rate) tinggi serta mengukur efektivitas saluran akuisisi pengunjung. Fitur-fitur utama yang kami gunakan meliputi laporan Real-time, Demografi Audien, Akuisisi Lalu Lintas, serta E-Commerce Tracking.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3"/>
        <p:cNvGrpSpPr/>
        <p:nvPr/>
      </p:nvGrpSpPr>
      <p:grpSpPr>
        <a:xfrm>
          <a:off x="0" y="0"/>
          <a:ext cx="0" cy="0"/>
          <a:chOff x="0" y="0"/>
          <a:chExt cx="0" cy="0"/>
        </a:xfrm>
      </p:grpSpPr>
      <p:sp>
        <p:nvSpPr>
          <p:cNvPr id="2124" name="Google Shape;2124;g9f7fbe1725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5" name="Google Shape;2125;g9f7fbe172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keempat menerangkan arsitektur teknis implementasi pada sistem. Pertama, integrasi GA4 dilakukan secara terpusat pada seluruh halaman sehingga aktivitas pengunjung terpantau otomatis secara real-time. </a:t>
            </a:r>
          </a:p>
          <a:p/>
          <a:p>
            <a:r>
              <a:t>Kedua, kami melakukan funneling event e-commerce untuk melacak alur pemesanan mulai dari melihat katalog hingga transaksi sukses. </a:t>
            </a:r>
          </a:p>
          <a:p/>
          <a:p>
            <a:r>
              <a:t>Ketiga, kami menerapkan inovasi Session Flash Tracking Laravel di sisi backend. Inovasi ini menyegel data transaksi sesaat setelah bukti transfer diunggah, sehingga event pembelian (purchase) hanya dikirim satu kali ke Google Analytics dan terhindar dari duplikasi data akibat refresh halaman.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4"/>
        <p:cNvGrpSpPr/>
        <p:nvPr/>
      </p:nvGrpSpPr>
      <p:grpSpPr>
        <a:xfrm>
          <a:off x="0" y="0"/>
          <a:ext cx="0" cy="0"/>
          <a:chOff x="0" y="0"/>
          <a:chExt cx="0" cy="0"/>
        </a:xfrm>
      </p:grpSpPr>
      <p:sp>
        <p:nvSpPr>
          <p:cNvPr id="2485" name="Google Shape;2485;g859ba68624_15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6" name="Google Shape;2486;g859ba68624_15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Pada slide kelima, terdapat metrik kunci yang kami pantau, yaitu: Active Users dan Sessions untuk mengukur lalu lintas, Traffic Acquisition untuk melacak sumber kedatangan pengunjung, dan Cart Abandonment Rate untuk mengetahui persentase pembatalan transaksi.</a:t>
            </a:r>
          </a:p>
          <a:p/>
          <a:p>
            <a:r>
              <a:t>Data-data ini kami gunakan untuk tiga keputusan penting: mengevaluasi paket website mana yang paling laris, memperbaiki tampilan (UI/UX) pada halaman checkout yang memiliki persentase pembatalan tinggi, serta mengarahkan anggaran pemasaran ke saluran akuisisi yang paling mendatangkan keuntungan.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4"/>
        <p:cNvGrpSpPr/>
        <p:nvPr/>
      </p:nvGrpSpPr>
      <p:grpSpPr>
        <a:xfrm>
          <a:off x="0" y="0"/>
          <a:ext cx="0" cy="0"/>
          <a:chOff x="0" y="0"/>
          <a:chExt cx="0" cy="0"/>
        </a:xfrm>
      </p:grpSpPr>
      <p:sp>
        <p:nvSpPr>
          <p:cNvPr id="2485" name="Google Shape;2485;g859ba68624_15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6" name="Google Shape;2486;g859ba68624_15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keenam menjawab pertanyaan penting: kapan data analitik ini bisa dibaca? GA4 membaginya menjadi dua jenis laporan. </a:t>
            </a:r>
          </a:p>
          <a:p/>
          <a:p>
            <a:r>
              <a:t>Pertama, Realtime Report yang langsung menampilkan aktivitas pengunjung dalam 30 menit terakhir—ini sangat berguna saat kita melakukan testing event. </a:t>
            </a:r>
          </a:p>
          <a:p/>
          <a:p>
            <a:r>
              <a:t>Kedua, Standard Reports seperti data Monetisasi dan Lalu Lintas, yang membutuhkan waktu sinkronisasi sekitar 24 hingga 48 jam. Jeda waktu atau delay ini diperlukan oleh server Google untuk memproses data agar hasil laporan yang tersaji lebih stabil dan akurat.</a:t>
            </a:r>
          </a:p>
        </p:txBody>
      </p:sp>
    </p:spTree>
    <p:extLst>
      <p:ext uri="{BB962C8B-B14F-4D97-AF65-F5344CB8AC3E}">
        <p14:creationId xmlns:p14="http://schemas.microsoft.com/office/powerpoint/2010/main" val="249581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a:extLst>
            <a:ext uri="{FF2B5EF4-FFF2-40B4-BE49-F238E27FC236}">
              <a16:creationId xmlns:a16="http://schemas.microsoft.com/office/drawing/2014/main" id="{D811BD65-D1DD-833A-A909-C69FBED21408}"/>
            </a:ext>
          </a:extLst>
        </p:cNvPr>
        <p:cNvGrpSpPr/>
        <p:nvPr/>
      </p:nvGrpSpPr>
      <p:grpSpPr>
        <a:xfrm>
          <a:off x="0" y="0"/>
          <a:ext cx="0" cy="0"/>
          <a:chOff x="0" y="0"/>
          <a:chExt cx="0" cy="0"/>
        </a:xfrm>
      </p:grpSpPr>
      <p:sp>
        <p:nvSpPr>
          <p:cNvPr id="1239" name="Google Shape;1239;p:notes">
            <a:extLst>
              <a:ext uri="{FF2B5EF4-FFF2-40B4-BE49-F238E27FC236}">
                <a16:creationId xmlns:a16="http://schemas.microsoft.com/office/drawing/2014/main" id="{A27EB139-7837-4771-63BE-CFFB5C09FE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0" name="Google Shape;1240;p:notes">
            <a:extLst>
              <a:ext uri="{FF2B5EF4-FFF2-40B4-BE49-F238E27FC236}">
                <a16:creationId xmlns:a16="http://schemas.microsoft.com/office/drawing/2014/main" id="{C785E110-B897-BB39-0CEC-A5F41DB855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Sekian presentasi dari Kelompok 5 mengenai pemanfaatan Google Analytics pada sistem Jasa Website. Terima kasih atas perhatian Bapak/Ibu dosen penguji serta rekan-rekan sekalian. Kami membuka sesi tanya jawab apabila ada hal yang ingin didiskusikan.</a:t>
            </a:r>
          </a:p>
        </p:txBody>
      </p:sp>
    </p:spTree>
    <p:extLst>
      <p:ext uri="{BB962C8B-B14F-4D97-AF65-F5344CB8AC3E}">
        <p14:creationId xmlns:p14="http://schemas.microsoft.com/office/powerpoint/2010/main" val="2464541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270825" y="111595"/>
            <a:ext cx="8602334" cy="4930561"/>
          </a:xfrm>
          <a:custGeom>
            <a:avLst/>
            <a:gdLst/>
            <a:ahLst/>
            <a:cxnLst/>
            <a:rect l="l" t="t" r="r" b="b"/>
            <a:pathLst>
              <a:path w="240507" h="145853" extrusionOk="0">
                <a:moveTo>
                  <a:pt x="3715" y="1"/>
                </a:moveTo>
                <a:cubicBezTo>
                  <a:pt x="1656" y="1"/>
                  <a:pt x="1" y="1656"/>
                  <a:pt x="1" y="3716"/>
                </a:cubicBezTo>
                <a:lnTo>
                  <a:pt x="1" y="142137"/>
                </a:lnTo>
                <a:cubicBezTo>
                  <a:pt x="1" y="144185"/>
                  <a:pt x="1656" y="145852"/>
                  <a:pt x="3715" y="145852"/>
                </a:cubicBezTo>
                <a:lnTo>
                  <a:pt x="236780" y="145852"/>
                </a:lnTo>
                <a:cubicBezTo>
                  <a:pt x="238840" y="145852"/>
                  <a:pt x="240507" y="144185"/>
                  <a:pt x="240507" y="142137"/>
                </a:cubicBezTo>
                <a:lnTo>
                  <a:pt x="240507" y="3716"/>
                </a:lnTo>
                <a:cubicBezTo>
                  <a:pt x="240507" y="1656"/>
                  <a:pt x="238840" y="1"/>
                  <a:pt x="236792" y="1"/>
                </a:cubicBezTo>
                <a:close/>
              </a:path>
            </a:pathLst>
          </a:custGeom>
          <a:solidFill>
            <a:schemeClr val="lt2"/>
          </a:solidFill>
          <a:ln>
            <a:noFill/>
          </a:ln>
          <a:effectLst>
            <a:outerShdw blurRad="157163" dist="66675" dir="3420000" algn="bl" rotWithShape="0">
              <a:srgbClr val="000000">
                <a:alpha val="3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272525" y="4762120"/>
            <a:ext cx="8602200" cy="59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328950" y="4762120"/>
            <a:ext cx="6545700" cy="59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2322791" y="4762120"/>
            <a:ext cx="2241000" cy="59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82650" y="250775"/>
            <a:ext cx="75600" cy="75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05675" y="250775"/>
            <a:ext cx="75600" cy="75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28700" y="250775"/>
            <a:ext cx="75600" cy="75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618650" y="1915050"/>
            <a:ext cx="5906708" cy="500753"/>
          </a:xfrm>
          <a:custGeom>
            <a:avLst/>
            <a:gdLst/>
            <a:ahLst/>
            <a:cxnLst/>
            <a:rect l="l" t="t" r="r" b="b"/>
            <a:pathLst>
              <a:path w="285176" h="20331" extrusionOk="0">
                <a:moveTo>
                  <a:pt x="10165" y="0"/>
                </a:moveTo>
                <a:cubicBezTo>
                  <a:pt x="4554" y="0"/>
                  <a:pt x="0" y="4554"/>
                  <a:pt x="0" y="10165"/>
                </a:cubicBezTo>
                <a:cubicBezTo>
                  <a:pt x="0" y="15776"/>
                  <a:pt x="4554" y="20330"/>
                  <a:pt x="10165" y="20330"/>
                </a:cubicBezTo>
                <a:lnTo>
                  <a:pt x="275010" y="20330"/>
                </a:lnTo>
                <a:cubicBezTo>
                  <a:pt x="280621" y="20330"/>
                  <a:pt x="285175" y="15776"/>
                  <a:pt x="285175" y="10165"/>
                </a:cubicBezTo>
                <a:cubicBezTo>
                  <a:pt x="285175" y="4554"/>
                  <a:pt x="280621" y="0"/>
                  <a:pt x="275010" y="0"/>
                </a:cubicBezTo>
                <a:close/>
              </a:path>
            </a:pathLst>
          </a:custGeom>
          <a:solidFill>
            <a:srgbClr val="FFFFFF"/>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82650" y="250775"/>
            <a:ext cx="75600" cy="75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05675" y="250775"/>
            <a:ext cx="75600" cy="75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28700" y="250775"/>
            <a:ext cx="75600" cy="75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702668" y="1980489"/>
            <a:ext cx="392151" cy="388620"/>
          </a:xfrm>
          <a:custGeom>
            <a:avLst/>
            <a:gdLst/>
            <a:ahLst/>
            <a:cxnLst/>
            <a:rect l="l" t="t" r="r" b="b"/>
            <a:pathLst>
              <a:path w="209147" h="207264" extrusionOk="0">
                <a:moveTo>
                  <a:pt x="90787" y="25958"/>
                </a:moveTo>
                <a:cubicBezTo>
                  <a:pt x="126698" y="25958"/>
                  <a:pt x="155750" y="55010"/>
                  <a:pt x="155750" y="90787"/>
                </a:cubicBezTo>
                <a:cubicBezTo>
                  <a:pt x="155750" y="126698"/>
                  <a:pt x="126698" y="155750"/>
                  <a:pt x="90787" y="155750"/>
                </a:cubicBezTo>
                <a:cubicBezTo>
                  <a:pt x="55010" y="155750"/>
                  <a:pt x="25958" y="126698"/>
                  <a:pt x="25958" y="90787"/>
                </a:cubicBezTo>
                <a:cubicBezTo>
                  <a:pt x="25958" y="55010"/>
                  <a:pt x="55010" y="25958"/>
                  <a:pt x="90787" y="25958"/>
                </a:cubicBezTo>
                <a:close/>
                <a:moveTo>
                  <a:pt x="90787" y="0"/>
                </a:moveTo>
                <a:cubicBezTo>
                  <a:pt x="40619" y="0"/>
                  <a:pt x="0" y="40619"/>
                  <a:pt x="0" y="90787"/>
                </a:cubicBezTo>
                <a:cubicBezTo>
                  <a:pt x="0" y="140955"/>
                  <a:pt x="40619" y="181709"/>
                  <a:pt x="90787" y="181709"/>
                </a:cubicBezTo>
                <a:cubicBezTo>
                  <a:pt x="108810" y="181709"/>
                  <a:pt x="125622" y="176194"/>
                  <a:pt x="139745" y="167183"/>
                </a:cubicBezTo>
                <a:lnTo>
                  <a:pt x="174042" y="201615"/>
                </a:lnTo>
                <a:cubicBezTo>
                  <a:pt x="177875" y="205381"/>
                  <a:pt x="182852" y="207264"/>
                  <a:pt x="187828" y="207264"/>
                </a:cubicBezTo>
                <a:cubicBezTo>
                  <a:pt x="192805" y="207264"/>
                  <a:pt x="197781" y="205381"/>
                  <a:pt x="201615" y="201615"/>
                </a:cubicBezTo>
                <a:cubicBezTo>
                  <a:pt x="209147" y="193948"/>
                  <a:pt x="209147" y="181709"/>
                  <a:pt x="201615" y="174042"/>
                </a:cubicBezTo>
                <a:lnTo>
                  <a:pt x="167183" y="139745"/>
                </a:lnTo>
                <a:cubicBezTo>
                  <a:pt x="176329" y="125622"/>
                  <a:pt x="181709" y="108810"/>
                  <a:pt x="181709" y="90787"/>
                </a:cubicBezTo>
                <a:cubicBezTo>
                  <a:pt x="181709" y="40619"/>
                  <a:pt x="140955" y="0"/>
                  <a:pt x="90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txBox="1">
            <a:spLocks noGrp="1"/>
          </p:cNvSpPr>
          <p:nvPr>
            <p:ph type="ctrTitle"/>
          </p:nvPr>
        </p:nvSpPr>
        <p:spPr>
          <a:xfrm>
            <a:off x="713250" y="923623"/>
            <a:ext cx="7717500" cy="9045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4600" b="1"/>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2" name="Google Shape;22;p2"/>
          <p:cNvSpPr txBox="1">
            <a:spLocks noGrp="1"/>
          </p:cNvSpPr>
          <p:nvPr>
            <p:ph type="subTitle" idx="1"/>
          </p:nvPr>
        </p:nvSpPr>
        <p:spPr>
          <a:xfrm>
            <a:off x="1884890" y="1904300"/>
            <a:ext cx="5373900" cy="520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000">
                <a:solidFill>
                  <a:schemeClr val="accent4"/>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p2"/>
          <p:cNvSpPr/>
          <p:nvPr/>
        </p:nvSpPr>
        <p:spPr>
          <a:xfrm>
            <a:off x="6580500" y="4762120"/>
            <a:ext cx="22941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93119" y="3118200"/>
            <a:ext cx="207081" cy="40103"/>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7885768" y="2677872"/>
            <a:ext cx="415144" cy="40086"/>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019467" y="827977"/>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018996" y="2764025"/>
            <a:ext cx="2743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529143" y="682947"/>
            <a:ext cx="415144" cy="40086"/>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061192" y="4158327"/>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6869868" y="3734060"/>
            <a:ext cx="415144" cy="40086"/>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935903" y="723025"/>
            <a:ext cx="201277"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6036693" y="539497"/>
            <a:ext cx="415144" cy="40086"/>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672689" y="416733"/>
            <a:ext cx="49954" cy="49942"/>
          </a:xfrm>
          <a:custGeom>
            <a:avLst/>
            <a:gdLst/>
            <a:ahLst/>
            <a:cxnLst/>
            <a:rect l="l" t="t" r="r" b="b"/>
            <a:pathLst>
              <a:path w="4298" h="4297" fill="none" extrusionOk="0">
                <a:moveTo>
                  <a:pt x="4297" y="2158"/>
                </a:moveTo>
                <a:cubicBezTo>
                  <a:pt x="4297" y="3338"/>
                  <a:pt x="3338" y="4297"/>
                  <a:pt x="2158" y="4297"/>
                </a:cubicBezTo>
                <a:cubicBezTo>
                  <a:pt x="978" y="4297"/>
                  <a:pt x="1" y="3338"/>
                  <a:pt x="1" y="2158"/>
                </a:cubicBezTo>
                <a:cubicBezTo>
                  <a:pt x="1" y="959"/>
                  <a:pt x="959" y="0"/>
                  <a:pt x="2158" y="0"/>
                </a:cubicBezTo>
                <a:cubicBezTo>
                  <a:pt x="3338" y="0"/>
                  <a:pt x="4297" y="978"/>
                  <a:pt x="4297" y="2158"/>
                </a:cubicBezTo>
                <a:close/>
              </a:path>
            </a:pathLst>
          </a:custGeom>
          <a:noFill/>
          <a:ln w="69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941542" y="417083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372617" y="3309352"/>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grpSp>
        <p:nvGrpSpPr>
          <p:cNvPr id="37" name="Google Shape;37;p3"/>
          <p:cNvGrpSpPr/>
          <p:nvPr/>
        </p:nvGrpSpPr>
        <p:grpSpPr>
          <a:xfrm>
            <a:off x="270825" y="111595"/>
            <a:ext cx="8602334" cy="4930561"/>
            <a:chOff x="270825" y="111595"/>
            <a:chExt cx="8602334" cy="4930561"/>
          </a:xfrm>
        </p:grpSpPr>
        <p:sp>
          <p:nvSpPr>
            <p:cNvPr id="38" name="Google Shape;38;p3"/>
            <p:cNvSpPr/>
            <p:nvPr/>
          </p:nvSpPr>
          <p:spPr>
            <a:xfrm>
              <a:off x="270825" y="111595"/>
              <a:ext cx="8602334" cy="4930561"/>
            </a:xfrm>
            <a:custGeom>
              <a:avLst/>
              <a:gdLst/>
              <a:ahLst/>
              <a:cxnLst/>
              <a:rect l="l" t="t" r="r" b="b"/>
              <a:pathLst>
                <a:path w="240507" h="145853" extrusionOk="0">
                  <a:moveTo>
                    <a:pt x="3715" y="1"/>
                  </a:moveTo>
                  <a:cubicBezTo>
                    <a:pt x="1656" y="1"/>
                    <a:pt x="1" y="1656"/>
                    <a:pt x="1" y="3716"/>
                  </a:cubicBezTo>
                  <a:lnTo>
                    <a:pt x="1" y="142137"/>
                  </a:lnTo>
                  <a:cubicBezTo>
                    <a:pt x="1" y="144185"/>
                    <a:pt x="1656" y="145852"/>
                    <a:pt x="3715" y="145852"/>
                  </a:cubicBezTo>
                  <a:lnTo>
                    <a:pt x="236780" y="145852"/>
                  </a:lnTo>
                  <a:cubicBezTo>
                    <a:pt x="238840" y="145852"/>
                    <a:pt x="240507" y="144185"/>
                    <a:pt x="240507" y="142137"/>
                  </a:cubicBezTo>
                  <a:lnTo>
                    <a:pt x="240507" y="3716"/>
                  </a:lnTo>
                  <a:cubicBezTo>
                    <a:pt x="240507" y="1656"/>
                    <a:pt x="238840" y="1"/>
                    <a:pt x="236792" y="1"/>
                  </a:cubicBezTo>
                  <a:close/>
                </a:path>
              </a:pathLst>
            </a:custGeom>
            <a:solidFill>
              <a:schemeClr val="lt2"/>
            </a:solidFill>
            <a:ln>
              <a:noFill/>
            </a:ln>
            <a:effectLst>
              <a:outerShdw blurRad="157163" dist="66675" dir="3420000" algn="bl" rotWithShape="0">
                <a:srgbClr val="000000">
                  <a:alpha val="3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482650" y="250775"/>
              <a:ext cx="75600" cy="75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605675" y="250775"/>
              <a:ext cx="75600" cy="75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8700" y="250775"/>
              <a:ext cx="75600" cy="75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p3"/>
          <p:cNvGrpSpPr/>
          <p:nvPr/>
        </p:nvGrpSpPr>
        <p:grpSpPr>
          <a:xfrm>
            <a:off x="326011" y="326378"/>
            <a:ext cx="2449272" cy="4547269"/>
            <a:chOff x="326011" y="326378"/>
            <a:chExt cx="2449272" cy="4547269"/>
          </a:xfrm>
        </p:grpSpPr>
        <p:sp>
          <p:nvSpPr>
            <p:cNvPr id="43" name="Google Shape;43;p3"/>
            <p:cNvSpPr/>
            <p:nvPr/>
          </p:nvSpPr>
          <p:spPr>
            <a:xfrm>
              <a:off x="2558647" y="4821463"/>
              <a:ext cx="216636"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611317" y="348128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50617" y="1246452"/>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380067" y="77988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552867" y="4576414"/>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444367" y="2791127"/>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326011" y="1797625"/>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1375100" y="326378"/>
              <a:ext cx="64293" cy="64293"/>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1375092" y="480933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370211" y="4106388"/>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369936" y="1070700"/>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2"/>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 name="Google Shape;54;p3"/>
          <p:cNvSpPr/>
          <p:nvPr/>
        </p:nvSpPr>
        <p:spPr>
          <a:xfrm>
            <a:off x="1112444" y="881950"/>
            <a:ext cx="6879600" cy="3726600"/>
          </a:xfrm>
          <a:prstGeom prst="roundRect">
            <a:avLst>
              <a:gd name="adj" fmla="val 5212"/>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925" y="539503"/>
            <a:ext cx="7432399" cy="500753"/>
          </a:xfrm>
          <a:custGeom>
            <a:avLst/>
            <a:gdLst/>
            <a:ahLst/>
            <a:cxnLst/>
            <a:rect l="l" t="t" r="r" b="b"/>
            <a:pathLst>
              <a:path w="285176" h="20331" extrusionOk="0">
                <a:moveTo>
                  <a:pt x="10165" y="0"/>
                </a:moveTo>
                <a:cubicBezTo>
                  <a:pt x="4554" y="0"/>
                  <a:pt x="0" y="4554"/>
                  <a:pt x="0" y="10165"/>
                </a:cubicBezTo>
                <a:cubicBezTo>
                  <a:pt x="0" y="15776"/>
                  <a:pt x="4554" y="20330"/>
                  <a:pt x="10165" y="20330"/>
                </a:cubicBezTo>
                <a:lnTo>
                  <a:pt x="275010" y="20330"/>
                </a:lnTo>
                <a:cubicBezTo>
                  <a:pt x="280621" y="20330"/>
                  <a:pt x="285175" y="15776"/>
                  <a:pt x="285175" y="10165"/>
                </a:cubicBezTo>
                <a:cubicBezTo>
                  <a:pt x="285175" y="4554"/>
                  <a:pt x="280621" y="0"/>
                  <a:pt x="275010" y="0"/>
                </a:cubicBezTo>
                <a:close/>
              </a:path>
            </a:pathLst>
          </a:custGeom>
          <a:solidFill>
            <a:srgbClr val="FFFFFF"/>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1091993" y="595570"/>
            <a:ext cx="392151" cy="388620"/>
          </a:xfrm>
          <a:custGeom>
            <a:avLst/>
            <a:gdLst/>
            <a:ahLst/>
            <a:cxnLst/>
            <a:rect l="l" t="t" r="r" b="b"/>
            <a:pathLst>
              <a:path w="209147" h="207264" extrusionOk="0">
                <a:moveTo>
                  <a:pt x="90787" y="25958"/>
                </a:moveTo>
                <a:cubicBezTo>
                  <a:pt x="126698" y="25958"/>
                  <a:pt x="155750" y="55010"/>
                  <a:pt x="155750" y="90787"/>
                </a:cubicBezTo>
                <a:cubicBezTo>
                  <a:pt x="155750" y="126698"/>
                  <a:pt x="126698" y="155750"/>
                  <a:pt x="90787" y="155750"/>
                </a:cubicBezTo>
                <a:cubicBezTo>
                  <a:pt x="55010" y="155750"/>
                  <a:pt x="25958" y="126698"/>
                  <a:pt x="25958" y="90787"/>
                </a:cubicBezTo>
                <a:cubicBezTo>
                  <a:pt x="25958" y="55010"/>
                  <a:pt x="55010" y="25958"/>
                  <a:pt x="90787" y="25958"/>
                </a:cubicBezTo>
                <a:close/>
                <a:moveTo>
                  <a:pt x="90787" y="0"/>
                </a:moveTo>
                <a:cubicBezTo>
                  <a:pt x="40619" y="0"/>
                  <a:pt x="0" y="40619"/>
                  <a:pt x="0" y="90787"/>
                </a:cubicBezTo>
                <a:cubicBezTo>
                  <a:pt x="0" y="140955"/>
                  <a:pt x="40619" y="181709"/>
                  <a:pt x="90787" y="181709"/>
                </a:cubicBezTo>
                <a:cubicBezTo>
                  <a:pt x="108810" y="181709"/>
                  <a:pt x="125622" y="176194"/>
                  <a:pt x="139745" y="167183"/>
                </a:cubicBezTo>
                <a:lnTo>
                  <a:pt x="174042" y="201615"/>
                </a:lnTo>
                <a:cubicBezTo>
                  <a:pt x="177875" y="205381"/>
                  <a:pt x="182852" y="207264"/>
                  <a:pt x="187828" y="207264"/>
                </a:cubicBezTo>
                <a:cubicBezTo>
                  <a:pt x="192805" y="207264"/>
                  <a:pt x="197781" y="205381"/>
                  <a:pt x="201615" y="201615"/>
                </a:cubicBezTo>
                <a:cubicBezTo>
                  <a:pt x="209147" y="193948"/>
                  <a:pt x="209147" y="181709"/>
                  <a:pt x="201615" y="174042"/>
                </a:cubicBezTo>
                <a:lnTo>
                  <a:pt x="167183" y="139745"/>
                </a:lnTo>
                <a:cubicBezTo>
                  <a:pt x="176329" y="125622"/>
                  <a:pt x="181709" y="108810"/>
                  <a:pt x="181709" y="90787"/>
                </a:cubicBezTo>
                <a:cubicBezTo>
                  <a:pt x="181709" y="40619"/>
                  <a:pt x="140955" y="0"/>
                  <a:pt x="90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txBox="1">
            <a:spLocks noGrp="1"/>
          </p:cNvSpPr>
          <p:nvPr>
            <p:ph type="title"/>
          </p:nvPr>
        </p:nvSpPr>
        <p:spPr>
          <a:xfrm>
            <a:off x="1543600" y="541776"/>
            <a:ext cx="6483000" cy="4755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b="1">
                <a:solidFill>
                  <a:schemeClr val="accent3"/>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58" name="Google Shape;58;p3"/>
          <p:cNvSpPr txBox="1">
            <a:spLocks noGrp="1"/>
          </p:cNvSpPr>
          <p:nvPr>
            <p:ph type="subTitle" idx="1"/>
          </p:nvPr>
        </p:nvSpPr>
        <p:spPr>
          <a:xfrm>
            <a:off x="1619921" y="2864785"/>
            <a:ext cx="5904300" cy="1461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6500" b="1">
                <a:solidFill>
                  <a:schemeClr val="lt1"/>
                </a:solidFill>
              </a:defRPr>
            </a:lvl1pPr>
            <a:lvl2pPr lvl="1" algn="ctr" rtl="0">
              <a:lnSpc>
                <a:spcPct val="100000"/>
              </a:lnSpc>
              <a:spcBef>
                <a:spcPts val="0"/>
              </a:spcBef>
              <a:spcAft>
                <a:spcPts val="0"/>
              </a:spcAft>
              <a:buNone/>
              <a:defRPr sz="6500" b="1">
                <a:solidFill>
                  <a:schemeClr val="lt1"/>
                </a:solidFill>
              </a:defRPr>
            </a:lvl2pPr>
            <a:lvl3pPr lvl="2" algn="ctr" rtl="0">
              <a:lnSpc>
                <a:spcPct val="100000"/>
              </a:lnSpc>
              <a:spcBef>
                <a:spcPts val="0"/>
              </a:spcBef>
              <a:spcAft>
                <a:spcPts val="0"/>
              </a:spcAft>
              <a:buNone/>
              <a:defRPr sz="6500" b="1">
                <a:solidFill>
                  <a:schemeClr val="lt1"/>
                </a:solidFill>
              </a:defRPr>
            </a:lvl3pPr>
            <a:lvl4pPr lvl="3" algn="ctr" rtl="0">
              <a:lnSpc>
                <a:spcPct val="100000"/>
              </a:lnSpc>
              <a:spcBef>
                <a:spcPts val="0"/>
              </a:spcBef>
              <a:spcAft>
                <a:spcPts val="0"/>
              </a:spcAft>
              <a:buNone/>
              <a:defRPr sz="6500" b="1">
                <a:solidFill>
                  <a:schemeClr val="lt1"/>
                </a:solidFill>
              </a:defRPr>
            </a:lvl4pPr>
            <a:lvl5pPr lvl="4" algn="ctr" rtl="0">
              <a:lnSpc>
                <a:spcPct val="100000"/>
              </a:lnSpc>
              <a:spcBef>
                <a:spcPts val="0"/>
              </a:spcBef>
              <a:spcAft>
                <a:spcPts val="0"/>
              </a:spcAft>
              <a:buNone/>
              <a:defRPr sz="6500" b="1">
                <a:solidFill>
                  <a:schemeClr val="lt1"/>
                </a:solidFill>
              </a:defRPr>
            </a:lvl5pPr>
            <a:lvl6pPr lvl="5" algn="ctr" rtl="0">
              <a:lnSpc>
                <a:spcPct val="100000"/>
              </a:lnSpc>
              <a:spcBef>
                <a:spcPts val="0"/>
              </a:spcBef>
              <a:spcAft>
                <a:spcPts val="0"/>
              </a:spcAft>
              <a:buNone/>
              <a:defRPr sz="6500" b="1">
                <a:solidFill>
                  <a:schemeClr val="lt1"/>
                </a:solidFill>
              </a:defRPr>
            </a:lvl6pPr>
            <a:lvl7pPr lvl="6" algn="ctr" rtl="0">
              <a:lnSpc>
                <a:spcPct val="100000"/>
              </a:lnSpc>
              <a:spcBef>
                <a:spcPts val="0"/>
              </a:spcBef>
              <a:spcAft>
                <a:spcPts val="0"/>
              </a:spcAft>
              <a:buNone/>
              <a:defRPr sz="6500" b="1">
                <a:solidFill>
                  <a:schemeClr val="lt1"/>
                </a:solidFill>
              </a:defRPr>
            </a:lvl7pPr>
            <a:lvl8pPr lvl="7" algn="ctr" rtl="0">
              <a:lnSpc>
                <a:spcPct val="100000"/>
              </a:lnSpc>
              <a:spcBef>
                <a:spcPts val="0"/>
              </a:spcBef>
              <a:spcAft>
                <a:spcPts val="0"/>
              </a:spcAft>
              <a:buNone/>
              <a:defRPr sz="6500" b="1">
                <a:solidFill>
                  <a:schemeClr val="lt1"/>
                </a:solidFill>
              </a:defRPr>
            </a:lvl8pPr>
            <a:lvl9pPr lvl="8" algn="ctr" rtl="0">
              <a:lnSpc>
                <a:spcPct val="100000"/>
              </a:lnSpc>
              <a:spcBef>
                <a:spcPts val="0"/>
              </a:spcBef>
              <a:spcAft>
                <a:spcPts val="0"/>
              </a:spcAft>
              <a:buNone/>
              <a:defRPr sz="6500" b="1">
                <a:solidFill>
                  <a:schemeClr val="l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9"/>
        <p:cNvGrpSpPr/>
        <p:nvPr/>
      </p:nvGrpSpPr>
      <p:grpSpPr>
        <a:xfrm>
          <a:off x="0" y="0"/>
          <a:ext cx="0" cy="0"/>
          <a:chOff x="0" y="0"/>
          <a:chExt cx="0" cy="0"/>
        </a:xfrm>
      </p:grpSpPr>
      <p:sp>
        <p:nvSpPr>
          <p:cNvPr id="60" name="Google Shape;60;p4"/>
          <p:cNvSpPr/>
          <p:nvPr/>
        </p:nvSpPr>
        <p:spPr>
          <a:xfrm>
            <a:off x="270825" y="111595"/>
            <a:ext cx="8602334" cy="4930561"/>
          </a:xfrm>
          <a:custGeom>
            <a:avLst/>
            <a:gdLst/>
            <a:ahLst/>
            <a:cxnLst/>
            <a:rect l="l" t="t" r="r" b="b"/>
            <a:pathLst>
              <a:path w="240507" h="145853" extrusionOk="0">
                <a:moveTo>
                  <a:pt x="3715" y="1"/>
                </a:moveTo>
                <a:cubicBezTo>
                  <a:pt x="1656" y="1"/>
                  <a:pt x="1" y="1656"/>
                  <a:pt x="1" y="3716"/>
                </a:cubicBezTo>
                <a:lnTo>
                  <a:pt x="1" y="142137"/>
                </a:lnTo>
                <a:cubicBezTo>
                  <a:pt x="1" y="144185"/>
                  <a:pt x="1656" y="145852"/>
                  <a:pt x="3715" y="145852"/>
                </a:cubicBezTo>
                <a:lnTo>
                  <a:pt x="236780" y="145852"/>
                </a:lnTo>
                <a:cubicBezTo>
                  <a:pt x="238840" y="145852"/>
                  <a:pt x="240507" y="144185"/>
                  <a:pt x="240507" y="142137"/>
                </a:cubicBezTo>
                <a:lnTo>
                  <a:pt x="240507" y="3716"/>
                </a:lnTo>
                <a:cubicBezTo>
                  <a:pt x="240507" y="1656"/>
                  <a:pt x="238840" y="1"/>
                  <a:pt x="236792" y="1"/>
                </a:cubicBezTo>
                <a:close/>
              </a:path>
            </a:pathLst>
          </a:custGeom>
          <a:solidFill>
            <a:schemeClr val="lt2"/>
          </a:solidFill>
          <a:ln>
            <a:noFill/>
          </a:ln>
          <a:effectLst>
            <a:outerShdw blurRad="157163" dist="66675" dir="3420000" algn="bl" rotWithShape="0">
              <a:srgbClr val="000000">
                <a:alpha val="3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814925" y="539503"/>
            <a:ext cx="7432399" cy="500753"/>
          </a:xfrm>
          <a:custGeom>
            <a:avLst/>
            <a:gdLst/>
            <a:ahLst/>
            <a:cxnLst/>
            <a:rect l="l" t="t" r="r" b="b"/>
            <a:pathLst>
              <a:path w="285176" h="20331" extrusionOk="0">
                <a:moveTo>
                  <a:pt x="10165" y="0"/>
                </a:moveTo>
                <a:cubicBezTo>
                  <a:pt x="4554" y="0"/>
                  <a:pt x="0" y="4554"/>
                  <a:pt x="0" y="10165"/>
                </a:cubicBezTo>
                <a:cubicBezTo>
                  <a:pt x="0" y="15776"/>
                  <a:pt x="4554" y="20330"/>
                  <a:pt x="10165" y="20330"/>
                </a:cubicBezTo>
                <a:lnTo>
                  <a:pt x="275010" y="20330"/>
                </a:lnTo>
                <a:cubicBezTo>
                  <a:pt x="280621" y="20330"/>
                  <a:pt x="285175" y="15776"/>
                  <a:pt x="285175" y="10165"/>
                </a:cubicBezTo>
                <a:cubicBezTo>
                  <a:pt x="285175" y="4554"/>
                  <a:pt x="280621" y="0"/>
                  <a:pt x="275010" y="0"/>
                </a:cubicBezTo>
                <a:close/>
              </a:path>
            </a:pathLst>
          </a:custGeom>
          <a:solidFill>
            <a:srgbClr val="FFFFFF"/>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1091993" y="595570"/>
            <a:ext cx="392151" cy="388620"/>
          </a:xfrm>
          <a:custGeom>
            <a:avLst/>
            <a:gdLst/>
            <a:ahLst/>
            <a:cxnLst/>
            <a:rect l="l" t="t" r="r" b="b"/>
            <a:pathLst>
              <a:path w="209147" h="207264" extrusionOk="0">
                <a:moveTo>
                  <a:pt x="90787" y="25958"/>
                </a:moveTo>
                <a:cubicBezTo>
                  <a:pt x="126698" y="25958"/>
                  <a:pt x="155750" y="55010"/>
                  <a:pt x="155750" y="90787"/>
                </a:cubicBezTo>
                <a:cubicBezTo>
                  <a:pt x="155750" y="126698"/>
                  <a:pt x="126698" y="155750"/>
                  <a:pt x="90787" y="155750"/>
                </a:cubicBezTo>
                <a:cubicBezTo>
                  <a:pt x="55010" y="155750"/>
                  <a:pt x="25958" y="126698"/>
                  <a:pt x="25958" y="90787"/>
                </a:cubicBezTo>
                <a:cubicBezTo>
                  <a:pt x="25958" y="55010"/>
                  <a:pt x="55010" y="25958"/>
                  <a:pt x="90787" y="25958"/>
                </a:cubicBezTo>
                <a:close/>
                <a:moveTo>
                  <a:pt x="90787" y="0"/>
                </a:moveTo>
                <a:cubicBezTo>
                  <a:pt x="40619" y="0"/>
                  <a:pt x="0" y="40619"/>
                  <a:pt x="0" y="90787"/>
                </a:cubicBezTo>
                <a:cubicBezTo>
                  <a:pt x="0" y="140955"/>
                  <a:pt x="40619" y="181709"/>
                  <a:pt x="90787" y="181709"/>
                </a:cubicBezTo>
                <a:cubicBezTo>
                  <a:pt x="108810" y="181709"/>
                  <a:pt x="125622" y="176194"/>
                  <a:pt x="139745" y="167183"/>
                </a:cubicBezTo>
                <a:lnTo>
                  <a:pt x="174042" y="201615"/>
                </a:lnTo>
                <a:cubicBezTo>
                  <a:pt x="177875" y="205381"/>
                  <a:pt x="182852" y="207264"/>
                  <a:pt x="187828" y="207264"/>
                </a:cubicBezTo>
                <a:cubicBezTo>
                  <a:pt x="192805" y="207264"/>
                  <a:pt x="197781" y="205381"/>
                  <a:pt x="201615" y="201615"/>
                </a:cubicBezTo>
                <a:cubicBezTo>
                  <a:pt x="209147" y="193948"/>
                  <a:pt x="209147" y="181709"/>
                  <a:pt x="201615" y="174042"/>
                </a:cubicBezTo>
                <a:lnTo>
                  <a:pt x="167183" y="139745"/>
                </a:lnTo>
                <a:cubicBezTo>
                  <a:pt x="176329" y="125622"/>
                  <a:pt x="181709" y="108810"/>
                  <a:pt x="181709" y="90787"/>
                </a:cubicBezTo>
                <a:cubicBezTo>
                  <a:pt x="181709" y="40619"/>
                  <a:pt x="140955" y="0"/>
                  <a:pt x="90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482650" y="250775"/>
            <a:ext cx="75600" cy="75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605675" y="250775"/>
            <a:ext cx="75600" cy="75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728700" y="250775"/>
            <a:ext cx="75600" cy="75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txBox="1">
            <a:spLocks noGrp="1"/>
          </p:cNvSpPr>
          <p:nvPr>
            <p:ph type="subTitle" idx="1"/>
          </p:nvPr>
        </p:nvSpPr>
        <p:spPr>
          <a:xfrm>
            <a:off x="728700" y="1164875"/>
            <a:ext cx="7702200" cy="338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200">
                <a:solidFill>
                  <a:schemeClr val="dk2"/>
                </a:solidFill>
              </a:defRPr>
            </a:lvl1pPr>
            <a:lvl2pPr lvl="1" algn="ctr" rtl="0">
              <a:lnSpc>
                <a:spcPct val="100000"/>
              </a:lnSpc>
              <a:spcBef>
                <a:spcPts val="0"/>
              </a:spcBef>
              <a:spcAft>
                <a:spcPts val="0"/>
              </a:spcAft>
              <a:buNone/>
              <a:defRPr sz="1200">
                <a:solidFill>
                  <a:schemeClr val="dk2"/>
                </a:solidFill>
              </a:defRPr>
            </a:lvl2pPr>
            <a:lvl3pPr lvl="2" algn="ctr" rtl="0">
              <a:lnSpc>
                <a:spcPct val="100000"/>
              </a:lnSpc>
              <a:spcBef>
                <a:spcPts val="0"/>
              </a:spcBef>
              <a:spcAft>
                <a:spcPts val="0"/>
              </a:spcAft>
              <a:buNone/>
              <a:defRPr sz="1200">
                <a:solidFill>
                  <a:schemeClr val="dk2"/>
                </a:solidFill>
              </a:defRPr>
            </a:lvl3pPr>
            <a:lvl4pPr lvl="3" algn="ctr" rtl="0">
              <a:lnSpc>
                <a:spcPct val="100000"/>
              </a:lnSpc>
              <a:spcBef>
                <a:spcPts val="0"/>
              </a:spcBef>
              <a:spcAft>
                <a:spcPts val="0"/>
              </a:spcAft>
              <a:buNone/>
              <a:defRPr sz="1200">
                <a:solidFill>
                  <a:schemeClr val="dk2"/>
                </a:solidFill>
              </a:defRPr>
            </a:lvl4pPr>
            <a:lvl5pPr lvl="4" algn="ctr" rtl="0">
              <a:lnSpc>
                <a:spcPct val="100000"/>
              </a:lnSpc>
              <a:spcBef>
                <a:spcPts val="0"/>
              </a:spcBef>
              <a:spcAft>
                <a:spcPts val="0"/>
              </a:spcAft>
              <a:buNone/>
              <a:defRPr sz="1200">
                <a:solidFill>
                  <a:schemeClr val="dk2"/>
                </a:solidFill>
              </a:defRPr>
            </a:lvl5pPr>
            <a:lvl6pPr lvl="5" algn="ctr" rtl="0">
              <a:lnSpc>
                <a:spcPct val="100000"/>
              </a:lnSpc>
              <a:spcBef>
                <a:spcPts val="0"/>
              </a:spcBef>
              <a:spcAft>
                <a:spcPts val="0"/>
              </a:spcAft>
              <a:buNone/>
              <a:defRPr sz="1200">
                <a:solidFill>
                  <a:schemeClr val="dk2"/>
                </a:solidFill>
              </a:defRPr>
            </a:lvl6pPr>
            <a:lvl7pPr lvl="6" algn="ctr" rtl="0">
              <a:lnSpc>
                <a:spcPct val="100000"/>
              </a:lnSpc>
              <a:spcBef>
                <a:spcPts val="0"/>
              </a:spcBef>
              <a:spcAft>
                <a:spcPts val="0"/>
              </a:spcAft>
              <a:buNone/>
              <a:defRPr sz="1200">
                <a:solidFill>
                  <a:schemeClr val="dk2"/>
                </a:solidFill>
              </a:defRPr>
            </a:lvl7pPr>
            <a:lvl8pPr lvl="7" algn="ctr" rtl="0">
              <a:lnSpc>
                <a:spcPct val="100000"/>
              </a:lnSpc>
              <a:spcBef>
                <a:spcPts val="0"/>
              </a:spcBef>
              <a:spcAft>
                <a:spcPts val="0"/>
              </a:spcAft>
              <a:buNone/>
              <a:defRPr sz="1200">
                <a:solidFill>
                  <a:schemeClr val="dk2"/>
                </a:solidFill>
              </a:defRPr>
            </a:lvl8pPr>
            <a:lvl9pPr lvl="8" algn="ctr" rtl="0">
              <a:lnSpc>
                <a:spcPct val="100000"/>
              </a:lnSpc>
              <a:spcBef>
                <a:spcPts val="0"/>
              </a:spcBef>
              <a:spcAft>
                <a:spcPts val="0"/>
              </a:spcAft>
              <a:buNone/>
              <a:defRPr sz="1200">
                <a:solidFill>
                  <a:schemeClr val="dk2"/>
                </a:solidFill>
              </a:defRPr>
            </a:lvl9pPr>
          </a:lstStyle>
          <a:p>
            <a:endParaRPr/>
          </a:p>
        </p:txBody>
      </p:sp>
      <p:sp>
        <p:nvSpPr>
          <p:cNvPr id="67" name="Google Shape;67;p4"/>
          <p:cNvSpPr txBox="1">
            <a:spLocks noGrp="1"/>
          </p:cNvSpPr>
          <p:nvPr>
            <p:ph type="title"/>
          </p:nvPr>
        </p:nvSpPr>
        <p:spPr>
          <a:xfrm>
            <a:off x="1541075" y="544291"/>
            <a:ext cx="6486900" cy="4782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0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four columns">
  <p:cSld name="CUSTOM_1">
    <p:spTree>
      <p:nvGrpSpPr>
        <p:cNvPr id="1" name="Shape 507"/>
        <p:cNvGrpSpPr/>
        <p:nvPr/>
      </p:nvGrpSpPr>
      <p:grpSpPr>
        <a:xfrm>
          <a:off x="0" y="0"/>
          <a:ext cx="0" cy="0"/>
          <a:chOff x="0" y="0"/>
          <a:chExt cx="0" cy="0"/>
        </a:xfrm>
      </p:grpSpPr>
      <p:sp>
        <p:nvSpPr>
          <p:cNvPr id="508" name="Google Shape;508;p28"/>
          <p:cNvSpPr/>
          <p:nvPr/>
        </p:nvSpPr>
        <p:spPr>
          <a:xfrm>
            <a:off x="270825" y="106470"/>
            <a:ext cx="8602334" cy="4930561"/>
          </a:xfrm>
          <a:custGeom>
            <a:avLst/>
            <a:gdLst/>
            <a:ahLst/>
            <a:cxnLst/>
            <a:rect l="l" t="t" r="r" b="b"/>
            <a:pathLst>
              <a:path w="240507" h="145853" extrusionOk="0">
                <a:moveTo>
                  <a:pt x="3715" y="1"/>
                </a:moveTo>
                <a:cubicBezTo>
                  <a:pt x="1656" y="1"/>
                  <a:pt x="1" y="1656"/>
                  <a:pt x="1" y="3716"/>
                </a:cubicBezTo>
                <a:lnTo>
                  <a:pt x="1" y="142137"/>
                </a:lnTo>
                <a:cubicBezTo>
                  <a:pt x="1" y="144185"/>
                  <a:pt x="1656" y="145852"/>
                  <a:pt x="3715" y="145852"/>
                </a:cubicBezTo>
                <a:lnTo>
                  <a:pt x="236780" y="145852"/>
                </a:lnTo>
                <a:cubicBezTo>
                  <a:pt x="238840" y="145852"/>
                  <a:pt x="240507" y="144185"/>
                  <a:pt x="240507" y="142137"/>
                </a:cubicBezTo>
                <a:lnTo>
                  <a:pt x="240507" y="3716"/>
                </a:lnTo>
                <a:cubicBezTo>
                  <a:pt x="240507" y="1656"/>
                  <a:pt x="238840" y="1"/>
                  <a:pt x="236792" y="1"/>
                </a:cubicBezTo>
                <a:close/>
              </a:path>
            </a:pathLst>
          </a:custGeom>
          <a:solidFill>
            <a:schemeClr val="lt2"/>
          </a:solidFill>
          <a:ln>
            <a:noFill/>
          </a:ln>
          <a:effectLst>
            <a:outerShdw blurRad="157163" dist="66675" dir="3420000" algn="bl" rotWithShape="0">
              <a:srgbClr val="000000">
                <a:alpha val="3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8"/>
          <p:cNvSpPr/>
          <p:nvPr/>
        </p:nvSpPr>
        <p:spPr>
          <a:xfrm>
            <a:off x="814925" y="539503"/>
            <a:ext cx="7432399" cy="500753"/>
          </a:xfrm>
          <a:custGeom>
            <a:avLst/>
            <a:gdLst/>
            <a:ahLst/>
            <a:cxnLst/>
            <a:rect l="l" t="t" r="r" b="b"/>
            <a:pathLst>
              <a:path w="285176" h="20331" extrusionOk="0">
                <a:moveTo>
                  <a:pt x="10165" y="0"/>
                </a:moveTo>
                <a:cubicBezTo>
                  <a:pt x="4554" y="0"/>
                  <a:pt x="0" y="4554"/>
                  <a:pt x="0" y="10165"/>
                </a:cubicBezTo>
                <a:cubicBezTo>
                  <a:pt x="0" y="15776"/>
                  <a:pt x="4554" y="20330"/>
                  <a:pt x="10165" y="20330"/>
                </a:cubicBezTo>
                <a:lnTo>
                  <a:pt x="275010" y="20330"/>
                </a:lnTo>
                <a:cubicBezTo>
                  <a:pt x="280621" y="20330"/>
                  <a:pt x="285175" y="15776"/>
                  <a:pt x="285175" y="10165"/>
                </a:cubicBezTo>
                <a:cubicBezTo>
                  <a:pt x="285175" y="4554"/>
                  <a:pt x="280621" y="0"/>
                  <a:pt x="275010" y="0"/>
                </a:cubicBezTo>
                <a:close/>
              </a:path>
            </a:pathLst>
          </a:custGeom>
          <a:solidFill>
            <a:srgbClr val="FFFFFF"/>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8"/>
          <p:cNvSpPr/>
          <p:nvPr/>
        </p:nvSpPr>
        <p:spPr>
          <a:xfrm>
            <a:off x="1091993" y="595570"/>
            <a:ext cx="392151" cy="388620"/>
          </a:xfrm>
          <a:custGeom>
            <a:avLst/>
            <a:gdLst/>
            <a:ahLst/>
            <a:cxnLst/>
            <a:rect l="l" t="t" r="r" b="b"/>
            <a:pathLst>
              <a:path w="209147" h="207264" extrusionOk="0">
                <a:moveTo>
                  <a:pt x="90787" y="25958"/>
                </a:moveTo>
                <a:cubicBezTo>
                  <a:pt x="126698" y="25958"/>
                  <a:pt x="155750" y="55010"/>
                  <a:pt x="155750" y="90787"/>
                </a:cubicBezTo>
                <a:cubicBezTo>
                  <a:pt x="155750" y="126698"/>
                  <a:pt x="126698" y="155750"/>
                  <a:pt x="90787" y="155750"/>
                </a:cubicBezTo>
                <a:cubicBezTo>
                  <a:pt x="55010" y="155750"/>
                  <a:pt x="25958" y="126698"/>
                  <a:pt x="25958" y="90787"/>
                </a:cubicBezTo>
                <a:cubicBezTo>
                  <a:pt x="25958" y="55010"/>
                  <a:pt x="55010" y="25958"/>
                  <a:pt x="90787" y="25958"/>
                </a:cubicBezTo>
                <a:close/>
                <a:moveTo>
                  <a:pt x="90787" y="0"/>
                </a:moveTo>
                <a:cubicBezTo>
                  <a:pt x="40619" y="0"/>
                  <a:pt x="0" y="40619"/>
                  <a:pt x="0" y="90787"/>
                </a:cubicBezTo>
                <a:cubicBezTo>
                  <a:pt x="0" y="140955"/>
                  <a:pt x="40619" y="181709"/>
                  <a:pt x="90787" y="181709"/>
                </a:cubicBezTo>
                <a:cubicBezTo>
                  <a:pt x="108810" y="181709"/>
                  <a:pt x="125622" y="176194"/>
                  <a:pt x="139745" y="167183"/>
                </a:cubicBezTo>
                <a:lnTo>
                  <a:pt x="174042" y="201615"/>
                </a:lnTo>
                <a:cubicBezTo>
                  <a:pt x="177875" y="205381"/>
                  <a:pt x="182852" y="207264"/>
                  <a:pt x="187828" y="207264"/>
                </a:cubicBezTo>
                <a:cubicBezTo>
                  <a:pt x="192805" y="207264"/>
                  <a:pt x="197781" y="205381"/>
                  <a:pt x="201615" y="201615"/>
                </a:cubicBezTo>
                <a:cubicBezTo>
                  <a:pt x="209147" y="193948"/>
                  <a:pt x="209147" y="181709"/>
                  <a:pt x="201615" y="174042"/>
                </a:cubicBezTo>
                <a:lnTo>
                  <a:pt x="167183" y="139745"/>
                </a:lnTo>
                <a:cubicBezTo>
                  <a:pt x="176329" y="125622"/>
                  <a:pt x="181709" y="108810"/>
                  <a:pt x="181709" y="90787"/>
                </a:cubicBezTo>
                <a:cubicBezTo>
                  <a:pt x="181709" y="40619"/>
                  <a:pt x="140955" y="0"/>
                  <a:pt x="90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8"/>
          <p:cNvSpPr/>
          <p:nvPr/>
        </p:nvSpPr>
        <p:spPr>
          <a:xfrm>
            <a:off x="482650" y="250775"/>
            <a:ext cx="75600" cy="75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8"/>
          <p:cNvSpPr/>
          <p:nvPr/>
        </p:nvSpPr>
        <p:spPr>
          <a:xfrm>
            <a:off x="605675" y="250775"/>
            <a:ext cx="75600" cy="75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8"/>
          <p:cNvSpPr/>
          <p:nvPr/>
        </p:nvSpPr>
        <p:spPr>
          <a:xfrm>
            <a:off x="728700" y="250775"/>
            <a:ext cx="75600" cy="75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8"/>
          <p:cNvSpPr txBox="1">
            <a:spLocks noGrp="1"/>
          </p:cNvSpPr>
          <p:nvPr>
            <p:ph type="title"/>
          </p:nvPr>
        </p:nvSpPr>
        <p:spPr>
          <a:xfrm>
            <a:off x="1541075" y="539500"/>
            <a:ext cx="6486900" cy="47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5" name="Google Shape;515;p28"/>
          <p:cNvSpPr txBox="1">
            <a:spLocks noGrp="1"/>
          </p:cNvSpPr>
          <p:nvPr>
            <p:ph type="subTitle" idx="1"/>
          </p:nvPr>
        </p:nvSpPr>
        <p:spPr>
          <a:xfrm>
            <a:off x="1056800" y="1811225"/>
            <a:ext cx="2228400" cy="730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solidFill>
                  <a:schemeClr val="dk2"/>
                </a:solidFill>
              </a:defRPr>
            </a:lvl1pPr>
            <a:lvl2pPr lvl="1" rtl="0">
              <a:lnSpc>
                <a:spcPct val="100000"/>
              </a:lnSpc>
              <a:spcBef>
                <a:spcPts val="0"/>
              </a:spcBef>
              <a:spcAft>
                <a:spcPts val="0"/>
              </a:spcAft>
              <a:buNone/>
              <a:defRPr sz="1600">
                <a:solidFill>
                  <a:schemeClr val="dk2"/>
                </a:solidFill>
              </a:defRPr>
            </a:lvl2pPr>
            <a:lvl3pPr lvl="2" rtl="0">
              <a:lnSpc>
                <a:spcPct val="100000"/>
              </a:lnSpc>
              <a:spcBef>
                <a:spcPts val="0"/>
              </a:spcBef>
              <a:spcAft>
                <a:spcPts val="0"/>
              </a:spcAft>
              <a:buNone/>
              <a:defRPr sz="1600">
                <a:solidFill>
                  <a:schemeClr val="dk2"/>
                </a:solidFill>
              </a:defRPr>
            </a:lvl3pPr>
            <a:lvl4pPr lvl="3" rtl="0">
              <a:lnSpc>
                <a:spcPct val="100000"/>
              </a:lnSpc>
              <a:spcBef>
                <a:spcPts val="0"/>
              </a:spcBef>
              <a:spcAft>
                <a:spcPts val="0"/>
              </a:spcAft>
              <a:buNone/>
              <a:defRPr sz="1600">
                <a:solidFill>
                  <a:schemeClr val="dk2"/>
                </a:solidFill>
              </a:defRPr>
            </a:lvl4pPr>
            <a:lvl5pPr lvl="4" rtl="0">
              <a:lnSpc>
                <a:spcPct val="100000"/>
              </a:lnSpc>
              <a:spcBef>
                <a:spcPts val="0"/>
              </a:spcBef>
              <a:spcAft>
                <a:spcPts val="0"/>
              </a:spcAft>
              <a:buNone/>
              <a:defRPr sz="1600">
                <a:solidFill>
                  <a:schemeClr val="dk2"/>
                </a:solidFill>
              </a:defRPr>
            </a:lvl5pPr>
            <a:lvl6pPr lvl="5" rtl="0">
              <a:lnSpc>
                <a:spcPct val="100000"/>
              </a:lnSpc>
              <a:spcBef>
                <a:spcPts val="0"/>
              </a:spcBef>
              <a:spcAft>
                <a:spcPts val="0"/>
              </a:spcAft>
              <a:buNone/>
              <a:defRPr sz="1600">
                <a:solidFill>
                  <a:schemeClr val="dk2"/>
                </a:solidFill>
              </a:defRPr>
            </a:lvl6pPr>
            <a:lvl7pPr lvl="6" rtl="0">
              <a:lnSpc>
                <a:spcPct val="100000"/>
              </a:lnSpc>
              <a:spcBef>
                <a:spcPts val="0"/>
              </a:spcBef>
              <a:spcAft>
                <a:spcPts val="0"/>
              </a:spcAft>
              <a:buNone/>
              <a:defRPr sz="1600">
                <a:solidFill>
                  <a:schemeClr val="dk2"/>
                </a:solidFill>
              </a:defRPr>
            </a:lvl7pPr>
            <a:lvl8pPr lvl="7" rtl="0">
              <a:lnSpc>
                <a:spcPct val="100000"/>
              </a:lnSpc>
              <a:spcBef>
                <a:spcPts val="0"/>
              </a:spcBef>
              <a:spcAft>
                <a:spcPts val="0"/>
              </a:spcAft>
              <a:buNone/>
              <a:defRPr sz="1600">
                <a:solidFill>
                  <a:schemeClr val="dk2"/>
                </a:solidFill>
              </a:defRPr>
            </a:lvl8pPr>
            <a:lvl9pPr lvl="8" rtl="0">
              <a:lnSpc>
                <a:spcPct val="100000"/>
              </a:lnSpc>
              <a:spcBef>
                <a:spcPts val="0"/>
              </a:spcBef>
              <a:spcAft>
                <a:spcPts val="0"/>
              </a:spcAft>
              <a:buNone/>
              <a:defRPr sz="1600">
                <a:solidFill>
                  <a:schemeClr val="dk2"/>
                </a:solidFill>
              </a:defRPr>
            </a:lvl9pPr>
          </a:lstStyle>
          <a:p>
            <a:endParaRPr/>
          </a:p>
        </p:txBody>
      </p:sp>
      <p:sp>
        <p:nvSpPr>
          <p:cNvPr id="516" name="Google Shape;516;p28"/>
          <p:cNvSpPr txBox="1">
            <a:spLocks noGrp="1"/>
          </p:cNvSpPr>
          <p:nvPr>
            <p:ph type="subTitle" idx="2"/>
          </p:nvPr>
        </p:nvSpPr>
        <p:spPr>
          <a:xfrm>
            <a:off x="3541878" y="1810625"/>
            <a:ext cx="22254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solidFill>
                  <a:schemeClr val="dk2"/>
                </a:solidFill>
              </a:defRPr>
            </a:lvl1pPr>
            <a:lvl2pPr lvl="1" rtl="0">
              <a:lnSpc>
                <a:spcPct val="100000"/>
              </a:lnSpc>
              <a:spcBef>
                <a:spcPts val="0"/>
              </a:spcBef>
              <a:spcAft>
                <a:spcPts val="0"/>
              </a:spcAft>
              <a:buNone/>
              <a:defRPr sz="1600">
                <a:solidFill>
                  <a:schemeClr val="dk2"/>
                </a:solidFill>
              </a:defRPr>
            </a:lvl2pPr>
            <a:lvl3pPr lvl="2" rtl="0">
              <a:lnSpc>
                <a:spcPct val="100000"/>
              </a:lnSpc>
              <a:spcBef>
                <a:spcPts val="0"/>
              </a:spcBef>
              <a:spcAft>
                <a:spcPts val="0"/>
              </a:spcAft>
              <a:buNone/>
              <a:defRPr sz="1600">
                <a:solidFill>
                  <a:schemeClr val="dk2"/>
                </a:solidFill>
              </a:defRPr>
            </a:lvl3pPr>
            <a:lvl4pPr lvl="3" rtl="0">
              <a:lnSpc>
                <a:spcPct val="100000"/>
              </a:lnSpc>
              <a:spcBef>
                <a:spcPts val="0"/>
              </a:spcBef>
              <a:spcAft>
                <a:spcPts val="0"/>
              </a:spcAft>
              <a:buNone/>
              <a:defRPr sz="1600">
                <a:solidFill>
                  <a:schemeClr val="dk2"/>
                </a:solidFill>
              </a:defRPr>
            </a:lvl4pPr>
            <a:lvl5pPr lvl="4" rtl="0">
              <a:lnSpc>
                <a:spcPct val="100000"/>
              </a:lnSpc>
              <a:spcBef>
                <a:spcPts val="0"/>
              </a:spcBef>
              <a:spcAft>
                <a:spcPts val="0"/>
              </a:spcAft>
              <a:buNone/>
              <a:defRPr sz="1600">
                <a:solidFill>
                  <a:schemeClr val="dk2"/>
                </a:solidFill>
              </a:defRPr>
            </a:lvl5pPr>
            <a:lvl6pPr lvl="5" rtl="0">
              <a:lnSpc>
                <a:spcPct val="100000"/>
              </a:lnSpc>
              <a:spcBef>
                <a:spcPts val="0"/>
              </a:spcBef>
              <a:spcAft>
                <a:spcPts val="0"/>
              </a:spcAft>
              <a:buNone/>
              <a:defRPr sz="1600">
                <a:solidFill>
                  <a:schemeClr val="dk2"/>
                </a:solidFill>
              </a:defRPr>
            </a:lvl6pPr>
            <a:lvl7pPr lvl="6" rtl="0">
              <a:lnSpc>
                <a:spcPct val="100000"/>
              </a:lnSpc>
              <a:spcBef>
                <a:spcPts val="0"/>
              </a:spcBef>
              <a:spcAft>
                <a:spcPts val="0"/>
              </a:spcAft>
              <a:buNone/>
              <a:defRPr sz="1600">
                <a:solidFill>
                  <a:schemeClr val="dk2"/>
                </a:solidFill>
              </a:defRPr>
            </a:lvl7pPr>
            <a:lvl8pPr lvl="7" rtl="0">
              <a:lnSpc>
                <a:spcPct val="100000"/>
              </a:lnSpc>
              <a:spcBef>
                <a:spcPts val="0"/>
              </a:spcBef>
              <a:spcAft>
                <a:spcPts val="0"/>
              </a:spcAft>
              <a:buNone/>
              <a:defRPr sz="1600">
                <a:solidFill>
                  <a:schemeClr val="dk2"/>
                </a:solidFill>
              </a:defRPr>
            </a:lvl8pPr>
            <a:lvl9pPr lvl="8" rtl="0">
              <a:lnSpc>
                <a:spcPct val="100000"/>
              </a:lnSpc>
              <a:spcBef>
                <a:spcPts val="0"/>
              </a:spcBef>
              <a:spcAft>
                <a:spcPts val="0"/>
              </a:spcAft>
              <a:buNone/>
              <a:defRPr sz="1600">
                <a:solidFill>
                  <a:schemeClr val="dk2"/>
                </a:solidFill>
              </a:defRPr>
            </a:lvl9pPr>
          </a:lstStyle>
          <a:p>
            <a:endParaRPr/>
          </a:p>
        </p:txBody>
      </p:sp>
      <p:sp>
        <p:nvSpPr>
          <p:cNvPr id="517" name="Google Shape;517;p28"/>
          <p:cNvSpPr txBox="1">
            <a:spLocks noGrp="1"/>
          </p:cNvSpPr>
          <p:nvPr>
            <p:ph type="subTitle" idx="3"/>
          </p:nvPr>
        </p:nvSpPr>
        <p:spPr>
          <a:xfrm>
            <a:off x="1056800" y="3477156"/>
            <a:ext cx="22254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solidFill>
                  <a:schemeClr val="dk2"/>
                </a:solidFill>
              </a:defRPr>
            </a:lvl1pPr>
            <a:lvl2pPr lvl="1" rtl="0">
              <a:lnSpc>
                <a:spcPct val="100000"/>
              </a:lnSpc>
              <a:spcBef>
                <a:spcPts val="0"/>
              </a:spcBef>
              <a:spcAft>
                <a:spcPts val="0"/>
              </a:spcAft>
              <a:buNone/>
              <a:defRPr sz="1600">
                <a:solidFill>
                  <a:schemeClr val="dk2"/>
                </a:solidFill>
              </a:defRPr>
            </a:lvl2pPr>
            <a:lvl3pPr lvl="2" rtl="0">
              <a:lnSpc>
                <a:spcPct val="100000"/>
              </a:lnSpc>
              <a:spcBef>
                <a:spcPts val="0"/>
              </a:spcBef>
              <a:spcAft>
                <a:spcPts val="0"/>
              </a:spcAft>
              <a:buNone/>
              <a:defRPr sz="1600">
                <a:solidFill>
                  <a:schemeClr val="dk2"/>
                </a:solidFill>
              </a:defRPr>
            </a:lvl3pPr>
            <a:lvl4pPr lvl="3" rtl="0">
              <a:lnSpc>
                <a:spcPct val="100000"/>
              </a:lnSpc>
              <a:spcBef>
                <a:spcPts val="0"/>
              </a:spcBef>
              <a:spcAft>
                <a:spcPts val="0"/>
              </a:spcAft>
              <a:buNone/>
              <a:defRPr sz="1600">
                <a:solidFill>
                  <a:schemeClr val="dk2"/>
                </a:solidFill>
              </a:defRPr>
            </a:lvl4pPr>
            <a:lvl5pPr lvl="4" rtl="0">
              <a:lnSpc>
                <a:spcPct val="100000"/>
              </a:lnSpc>
              <a:spcBef>
                <a:spcPts val="0"/>
              </a:spcBef>
              <a:spcAft>
                <a:spcPts val="0"/>
              </a:spcAft>
              <a:buNone/>
              <a:defRPr sz="1600">
                <a:solidFill>
                  <a:schemeClr val="dk2"/>
                </a:solidFill>
              </a:defRPr>
            </a:lvl5pPr>
            <a:lvl6pPr lvl="5" rtl="0">
              <a:lnSpc>
                <a:spcPct val="100000"/>
              </a:lnSpc>
              <a:spcBef>
                <a:spcPts val="0"/>
              </a:spcBef>
              <a:spcAft>
                <a:spcPts val="0"/>
              </a:spcAft>
              <a:buNone/>
              <a:defRPr sz="1600">
                <a:solidFill>
                  <a:schemeClr val="dk2"/>
                </a:solidFill>
              </a:defRPr>
            </a:lvl6pPr>
            <a:lvl7pPr lvl="6" rtl="0">
              <a:lnSpc>
                <a:spcPct val="100000"/>
              </a:lnSpc>
              <a:spcBef>
                <a:spcPts val="0"/>
              </a:spcBef>
              <a:spcAft>
                <a:spcPts val="0"/>
              </a:spcAft>
              <a:buNone/>
              <a:defRPr sz="1600">
                <a:solidFill>
                  <a:schemeClr val="dk2"/>
                </a:solidFill>
              </a:defRPr>
            </a:lvl7pPr>
            <a:lvl8pPr lvl="7" rtl="0">
              <a:lnSpc>
                <a:spcPct val="100000"/>
              </a:lnSpc>
              <a:spcBef>
                <a:spcPts val="0"/>
              </a:spcBef>
              <a:spcAft>
                <a:spcPts val="0"/>
              </a:spcAft>
              <a:buNone/>
              <a:defRPr sz="1600">
                <a:solidFill>
                  <a:schemeClr val="dk2"/>
                </a:solidFill>
              </a:defRPr>
            </a:lvl8pPr>
            <a:lvl9pPr lvl="8" rtl="0">
              <a:lnSpc>
                <a:spcPct val="100000"/>
              </a:lnSpc>
              <a:spcBef>
                <a:spcPts val="0"/>
              </a:spcBef>
              <a:spcAft>
                <a:spcPts val="0"/>
              </a:spcAft>
              <a:buNone/>
              <a:defRPr sz="1600">
                <a:solidFill>
                  <a:schemeClr val="dk2"/>
                </a:solidFill>
              </a:defRPr>
            </a:lvl9pPr>
          </a:lstStyle>
          <a:p>
            <a:endParaRPr/>
          </a:p>
        </p:txBody>
      </p:sp>
      <p:sp>
        <p:nvSpPr>
          <p:cNvPr id="518" name="Google Shape;518;p28"/>
          <p:cNvSpPr txBox="1">
            <a:spLocks noGrp="1"/>
          </p:cNvSpPr>
          <p:nvPr>
            <p:ph type="subTitle" idx="4"/>
          </p:nvPr>
        </p:nvSpPr>
        <p:spPr>
          <a:xfrm>
            <a:off x="3541878" y="3477156"/>
            <a:ext cx="22254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solidFill>
                  <a:schemeClr val="dk2"/>
                </a:solidFill>
              </a:defRPr>
            </a:lvl1pPr>
            <a:lvl2pPr lvl="1" rtl="0">
              <a:lnSpc>
                <a:spcPct val="100000"/>
              </a:lnSpc>
              <a:spcBef>
                <a:spcPts val="0"/>
              </a:spcBef>
              <a:spcAft>
                <a:spcPts val="0"/>
              </a:spcAft>
              <a:buNone/>
              <a:defRPr sz="1600">
                <a:solidFill>
                  <a:schemeClr val="dk2"/>
                </a:solidFill>
              </a:defRPr>
            </a:lvl2pPr>
            <a:lvl3pPr lvl="2" rtl="0">
              <a:lnSpc>
                <a:spcPct val="100000"/>
              </a:lnSpc>
              <a:spcBef>
                <a:spcPts val="0"/>
              </a:spcBef>
              <a:spcAft>
                <a:spcPts val="0"/>
              </a:spcAft>
              <a:buNone/>
              <a:defRPr sz="1600">
                <a:solidFill>
                  <a:schemeClr val="dk2"/>
                </a:solidFill>
              </a:defRPr>
            </a:lvl3pPr>
            <a:lvl4pPr lvl="3" rtl="0">
              <a:lnSpc>
                <a:spcPct val="100000"/>
              </a:lnSpc>
              <a:spcBef>
                <a:spcPts val="0"/>
              </a:spcBef>
              <a:spcAft>
                <a:spcPts val="0"/>
              </a:spcAft>
              <a:buNone/>
              <a:defRPr sz="1600">
                <a:solidFill>
                  <a:schemeClr val="dk2"/>
                </a:solidFill>
              </a:defRPr>
            </a:lvl4pPr>
            <a:lvl5pPr lvl="4" rtl="0">
              <a:lnSpc>
                <a:spcPct val="100000"/>
              </a:lnSpc>
              <a:spcBef>
                <a:spcPts val="0"/>
              </a:spcBef>
              <a:spcAft>
                <a:spcPts val="0"/>
              </a:spcAft>
              <a:buNone/>
              <a:defRPr sz="1600">
                <a:solidFill>
                  <a:schemeClr val="dk2"/>
                </a:solidFill>
              </a:defRPr>
            </a:lvl5pPr>
            <a:lvl6pPr lvl="5" rtl="0">
              <a:lnSpc>
                <a:spcPct val="100000"/>
              </a:lnSpc>
              <a:spcBef>
                <a:spcPts val="0"/>
              </a:spcBef>
              <a:spcAft>
                <a:spcPts val="0"/>
              </a:spcAft>
              <a:buNone/>
              <a:defRPr sz="1600">
                <a:solidFill>
                  <a:schemeClr val="dk2"/>
                </a:solidFill>
              </a:defRPr>
            </a:lvl6pPr>
            <a:lvl7pPr lvl="6" rtl="0">
              <a:lnSpc>
                <a:spcPct val="100000"/>
              </a:lnSpc>
              <a:spcBef>
                <a:spcPts val="0"/>
              </a:spcBef>
              <a:spcAft>
                <a:spcPts val="0"/>
              </a:spcAft>
              <a:buNone/>
              <a:defRPr sz="1600">
                <a:solidFill>
                  <a:schemeClr val="dk2"/>
                </a:solidFill>
              </a:defRPr>
            </a:lvl7pPr>
            <a:lvl8pPr lvl="7" rtl="0">
              <a:lnSpc>
                <a:spcPct val="100000"/>
              </a:lnSpc>
              <a:spcBef>
                <a:spcPts val="0"/>
              </a:spcBef>
              <a:spcAft>
                <a:spcPts val="0"/>
              </a:spcAft>
              <a:buNone/>
              <a:defRPr sz="1600">
                <a:solidFill>
                  <a:schemeClr val="dk2"/>
                </a:solidFill>
              </a:defRPr>
            </a:lvl8pPr>
            <a:lvl9pPr lvl="8" rtl="0">
              <a:lnSpc>
                <a:spcPct val="100000"/>
              </a:lnSpc>
              <a:spcBef>
                <a:spcPts val="0"/>
              </a:spcBef>
              <a:spcAft>
                <a:spcPts val="0"/>
              </a:spcAft>
              <a:buNone/>
              <a:defRPr sz="1600">
                <a:solidFill>
                  <a:schemeClr val="dk2"/>
                </a:solidFill>
              </a:defRPr>
            </a:lvl9pPr>
          </a:lstStyle>
          <a:p>
            <a:endParaRPr/>
          </a:p>
        </p:txBody>
      </p:sp>
      <p:sp>
        <p:nvSpPr>
          <p:cNvPr id="519" name="Google Shape;519;p28"/>
          <p:cNvSpPr/>
          <p:nvPr/>
        </p:nvSpPr>
        <p:spPr>
          <a:xfrm>
            <a:off x="3728847" y="4696125"/>
            <a:ext cx="216636"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8"/>
          <p:cNvSpPr/>
          <p:nvPr/>
        </p:nvSpPr>
        <p:spPr>
          <a:xfrm>
            <a:off x="7409543" y="4903485"/>
            <a:ext cx="415144" cy="40086"/>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2"/>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8"/>
          <p:cNvSpPr/>
          <p:nvPr/>
        </p:nvSpPr>
        <p:spPr>
          <a:xfrm>
            <a:off x="488567" y="364013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8"/>
          <p:cNvSpPr/>
          <p:nvPr/>
        </p:nvSpPr>
        <p:spPr>
          <a:xfrm>
            <a:off x="721392" y="1316452"/>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8"/>
          <p:cNvSpPr/>
          <p:nvPr/>
        </p:nvSpPr>
        <p:spPr>
          <a:xfrm>
            <a:off x="380067" y="77988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8"/>
          <p:cNvSpPr/>
          <p:nvPr/>
        </p:nvSpPr>
        <p:spPr>
          <a:xfrm>
            <a:off x="795217" y="443968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8"/>
          <p:cNvSpPr/>
          <p:nvPr/>
        </p:nvSpPr>
        <p:spPr>
          <a:xfrm>
            <a:off x="1919817" y="4903464"/>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2"/>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8"/>
          <p:cNvSpPr/>
          <p:nvPr/>
        </p:nvSpPr>
        <p:spPr>
          <a:xfrm>
            <a:off x="6461092" y="4771427"/>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8"/>
          <p:cNvSpPr/>
          <p:nvPr/>
        </p:nvSpPr>
        <p:spPr>
          <a:xfrm>
            <a:off x="412198" y="1593750"/>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8"/>
          <p:cNvSpPr/>
          <p:nvPr/>
        </p:nvSpPr>
        <p:spPr>
          <a:xfrm>
            <a:off x="4872225" y="326378"/>
            <a:ext cx="64293" cy="64293"/>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8"/>
          <p:cNvSpPr/>
          <p:nvPr/>
        </p:nvSpPr>
        <p:spPr>
          <a:xfrm>
            <a:off x="370211" y="4106388"/>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8"/>
          <p:cNvSpPr/>
          <p:nvPr/>
        </p:nvSpPr>
        <p:spPr>
          <a:xfrm>
            <a:off x="965573" y="1218975"/>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2"/>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8"/>
          <p:cNvSpPr/>
          <p:nvPr/>
        </p:nvSpPr>
        <p:spPr>
          <a:xfrm>
            <a:off x="2007997" y="189025"/>
            <a:ext cx="216636"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582"/>
        <p:cNvGrpSpPr/>
        <p:nvPr/>
      </p:nvGrpSpPr>
      <p:grpSpPr>
        <a:xfrm>
          <a:off x="0" y="0"/>
          <a:ext cx="0" cy="0"/>
          <a:chOff x="0" y="0"/>
          <a:chExt cx="0" cy="0"/>
        </a:xfrm>
      </p:grpSpPr>
      <p:sp>
        <p:nvSpPr>
          <p:cNvPr id="583" name="Google Shape;583;p31"/>
          <p:cNvSpPr/>
          <p:nvPr/>
        </p:nvSpPr>
        <p:spPr>
          <a:xfrm>
            <a:off x="270825" y="111595"/>
            <a:ext cx="8602334" cy="4930561"/>
          </a:xfrm>
          <a:custGeom>
            <a:avLst/>
            <a:gdLst/>
            <a:ahLst/>
            <a:cxnLst/>
            <a:rect l="l" t="t" r="r" b="b"/>
            <a:pathLst>
              <a:path w="240507" h="145853" extrusionOk="0">
                <a:moveTo>
                  <a:pt x="3715" y="1"/>
                </a:moveTo>
                <a:cubicBezTo>
                  <a:pt x="1656" y="1"/>
                  <a:pt x="1" y="1656"/>
                  <a:pt x="1" y="3716"/>
                </a:cubicBezTo>
                <a:lnTo>
                  <a:pt x="1" y="142137"/>
                </a:lnTo>
                <a:cubicBezTo>
                  <a:pt x="1" y="144185"/>
                  <a:pt x="1656" y="145852"/>
                  <a:pt x="3715" y="145852"/>
                </a:cubicBezTo>
                <a:lnTo>
                  <a:pt x="236780" y="145852"/>
                </a:lnTo>
                <a:cubicBezTo>
                  <a:pt x="238840" y="145852"/>
                  <a:pt x="240507" y="144185"/>
                  <a:pt x="240507" y="142137"/>
                </a:cubicBezTo>
                <a:lnTo>
                  <a:pt x="240507" y="3716"/>
                </a:lnTo>
                <a:cubicBezTo>
                  <a:pt x="240507" y="1656"/>
                  <a:pt x="238840" y="1"/>
                  <a:pt x="236792" y="1"/>
                </a:cubicBezTo>
                <a:close/>
              </a:path>
            </a:pathLst>
          </a:custGeom>
          <a:solidFill>
            <a:schemeClr val="lt2"/>
          </a:solidFill>
          <a:ln>
            <a:noFill/>
          </a:ln>
          <a:effectLst>
            <a:outerShdw blurRad="157163" dist="66675" dir="3420000" algn="bl" rotWithShape="0">
              <a:srgbClr val="000000">
                <a:alpha val="3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1"/>
          <p:cNvSpPr/>
          <p:nvPr/>
        </p:nvSpPr>
        <p:spPr>
          <a:xfrm>
            <a:off x="482650" y="250775"/>
            <a:ext cx="75600" cy="75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1"/>
          <p:cNvSpPr/>
          <p:nvPr/>
        </p:nvSpPr>
        <p:spPr>
          <a:xfrm>
            <a:off x="605675" y="250775"/>
            <a:ext cx="75600" cy="75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1"/>
          <p:cNvSpPr/>
          <p:nvPr/>
        </p:nvSpPr>
        <p:spPr>
          <a:xfrm>
            <a:off x="728700" y="250775"/>
            <a:ext cx="75600" cy="75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1"/>
          <p:cNvSpPr/>
          <p:nvPr/>
        </p:nvSpPr>
        <p:spPr>
          <a:xfrm>
            <a:off x="1053919" y="547825"/>
            <a:ext cx="7030200" cy="4060800"/>
          </a:xfrm>
          <a:prstGeom prst="roundRect">
            <a:avLst>
              <a:gd name="adj" fmla="val 8068"/>
            </a:avLst>
          </a:prstGeom>
          <a:solidFill>
            <a:schemeClr val="lt1"/>
          </a:solidFill>
          <a:ln>
            <a:noFill/>
          </a:ln>
          <a:effectLst>
            <a:outerShdw blurRad="57150" dist="19050" dir="5400000" algn="bl" rotWithShape="0">
              <a:schemeClr val="dk2">
                <a:alpha val="1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1"/>
          <p:cNvSpPr txBox="1">
            <a:spLocks noGrp="1"/>
          </p:cNvSpPr>
          <p:nvPr>
            <p:ph type="subTitle" idx="1"/>
          </p:nvPr>
        </p:nvSpPr>
        <p:spPr>
          <a:xfrm>
            <a:off x="1574275" y="1246575"/>
            <a:ext cx="6246300" cy="301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None/>
              <a:defRPr b="1">
                <a:solidFill>
                  <a:schemeClr val="accent3"/>
                </a:solidFill>
              </a:defRPr>
            </a:lvl1pPr>
            <a:lvl2pPr lvl="1">
              <a:lnSpc>
                <a:spcPct val="100000"/>
              </a:lnSpc>
              <a:spcBef>
                <a:spcPts val="0"/>
              </a:spcBef>
              <a:spcAft>
                <a:spcPts val="0"/>
              </a:spcAft>
              <a:buNone/>
              <a:defRPr b="1">
                <a:solidFill>
                  <a:schemeClr val="accent3"/>
                </a:solidFill>
              </a:defRPr>
            </a:lvl2pPr>
            <a:lvl3pPr lvl="2">
              <a:lnSpc>
                <a:spcPct val="100000"/>
              </a:lnSpc>
              <a:spcBef>
                <a:spcPts val="0"/>
              </a:spcBef>
              <a:spcAft>
                <a:spcPts val="0"/>
              </a:spcAft>
              <a:buNone/>
              <a:defRPr b="1">
                <a:solidFill>
                  <a:schemeClr val="accent3"/>
                </a:solidFill>
              </a:defRPr>
            </a:lvl3pPr>
            <a:lvl4pPr lvl="3">
              <a:lnSpc>
                <a:spcPct val="100000"/>
              </a:lnSpc>
              <a:spcBef>
                <a:spcPts val="0"/>
              </a:spcBef>
              <a:spcAft>
                <a:spcPts val="0"/>
              </a:spcAft>
              <a:buNone/>
              <a:defRPr b="1">
                <a:solidFill>
                  <a:schemeClr val="accent3"/>
                </a:solidFill>
              </a:defRPr>
            </a:lvl4pPr>
            <a:lvl5pPr lvl="4">
              <a:lnSpc>
                <a:spcPct val="100000"/>
              </a:lnSpc>
              <a:spcBef>
                <a:spcPts val="0"/>
              </a:spcBef>
              <a:spcAft>
                <a:spcPts val="0"/>
              </a:spcAft>
              <a:buNone/>
              <a:defRPr b="1">
                <a:solidFill>
                  <a:schemeClr val="accent3"/>
                </a:solidFill>
              </a:defRPr>
            </a:lvl5pPr>
            <a:lvl6pPr lvl="5">
              <a:lnSpc>
                <a:spcPct val="100000"/>
              </a:lnSpc>
              <a:spcBef>
                <a:spcPts val="0"/>
              </a:spcBef>
              <a:spcAft>
                <a:spcPts val="0"/>
              </a:spcAft>
              <a:buNone/>
              <a:defRPr b="1">
                <a:solidFill>
                  <a:schemeClr val="accent3"/>
                </a:solidFill>
              </a:defRPr>
            </a:lvl6pPr>
            <a:lvl7pPr lvl="6">
              <a:lnSpc>
                <a:spcPct val="100000"/>
              </a:lnSpc>
              <a:spcBef>
                <a:spcPts val="0"/>
              </a:spcBef>
              <a:spcAft>
                <a:spcPts val="0"/>
              </a:spcAft>
              <a:buNone/>
              <a:defRPr b="1">
                <a:solidFill>
                  <a:schemeClr val="accent3"/>
                </a:solidFill>
              </a:defRPr>
            </a:lvl7pPr>
            <a:lvl8pPr lvl="7">
              <a:lnSpc>
                <a:spcPct val="100000"/>
              </a:lnSpc>
              <a:spcBef>
                <a:spcPts val="0"/>
              </a:spcBef>
              <a:spcAft>
                <a:spcPts val="0"/>
              </a:spcAft>
              <a:buNone/>
              <a:defRPr b="1">
                <a:solidFill>
                  <a:schemeClr val="accent3"/>
                </a:solidFill>
              </a:defRPr>
            </a:lvl8pPr>
            <a:lvl9pPr lvl="8">
              <a:lnSpc>
                <a:spcPct val="100000"/>
              </a:lnSpc>
              <a:spcBef>
                <a:spcPts val="0"/>
              </a:spcBef>
              <a:spcAft>
                <a:spcPts val="0"/>
              </a:spcAft>
              <a:buNone/>
              <a:defRPr b="1">
                <a:solidFill>
                  <a:schemeClr val="accent3"/>
                </a:solidFill>
              </a:defRPr>
            </a:lvl9pPr>
          </a:lstStyle>
          <a:p>
            <a:endParaRPr/>
          </a:p>
        </p:txBody>
      </p:sp>
      <p:sp>
        <p:nvSpPr>
          <p:cNvPr id="589" name="Google Shape;589;p31"/>
          <p:cNvSpPr txBox="1">
            <a:spLocks noGrp="1"/>
          </p:cNvSpPr>
          <p:nvPr>
            <p:ph type="subTitle" idx="2"/>
          </p:nvPr>
        </p:nvSpPr>
        <p:spPr>
          <a:xfrm>
            <a:off x="1574275" y="2096223"/>
            <a:ext cx="6246300" cy="301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b="1">
                <a:solidFill>
                  <a:schemeClr val="accent4"/>
                </a:solidFill>
              </a:defRPr>
            </a:lvl1pPr>
            <a:lvl2pPr lvl="1" rtl="0">
              <a:lnSpc>
                <a:spcPct val="100000"/>
              </a:lnSpc>
              <a:spcBef>
                <a:spcPts val="0"/>
              </a:spcBef>
              <a:spcAft>
                <a:spcPts val="0"/>
              </a:spcAft>
              <a:buNone/>
              <a:defRPr b="1">
                <a:solidFill>
                  <a:schemeClr val="accent4"/>
                </a:solidFill>
              </a:defRPr>
            </a:lvl2pPr>
            <a:lvl3pPr lvl="2" rtl="0">
              <a:lnSpc>
                <a:spcPct val="100000"/>
              </a:lnSpc>
              <a:spcBef>
                <a:spcPts val="0"/>
              </a:spcBef>
              <a:spcAft>
                <a:spcPts val="0"/>
              </a:spcAft>
              <a:buNone/>
              <a:defRPr b="1">
                <a:solidFill>
                  <a:schemeClr val="accent4"/>
                </a:solidFill>
              </a:defRPr>
            </a:lvl3pPr>
            <a:lvl4pPr lvl="3" rtl="0">
              <a:lnSpc>
                <a:spcPct val="100000"/>
              </a:lnSpc>
              <a:spcBef>
                <a:spcPts val="0"/>
              </a:spcBef>
              <a:spcAft>
                <a:spcPts val="0"/>
              </a:spcAft>
              <a:buNone/>
              <a:defRPr b="1">
                <a:solidFill>
                  <a:schemeClr val="accent4"/>
                </a:solidFill>
              </a:defRPr>
            </a:lvl4pPr>
            <a:lvl5pPr lvl="4" rtl="0">
              <a:lnSpc>
                <a:spcPct val="100000"/>
              </a:lnSpc>
              <a:spcBef>
                <a:spcPts val="0"/>
              </a:spcBef>
              <a:spcAft>
                <a:spcPts val="0"/>
              </a:spcAft>
              <a:buNone/>
              <a:defRPr b="1">
                <a:solidFill>
                  <a:schemeClr val="accent4"/>
                </a:solidFill>
              </a:defRPr>
            </a:lvl5pPr>
            <a:lvl6pPr lvl="5" rtl="0">
              <a:lnSpc>
                <a:spcPct val="100000"/>
              </a:lnSpc>
              <a:spcBef>
                <a:spcPts val="0"/>
              </a:spcBef>
              <a:spcAft>
                <a:spcPts val="0"/>
              </a:spcAft>
              <a:buNone/>
              <a:defRPr b="1">
                <a:solidFill>
                  <a:schemeClr val="accent4"/>
                </a:solidFill>
              </a:defRPr>
            </a:lvl6pPr>
            <a:lvl7pPr lvl="6" rtl="0">
              <a:lnSpc>
                <a:spcPct val="100000"/>
              </a:lnSpc>
              <a:spcBef>
                <a:spcPts val="0"/>
              </a:spcBef>
              <a:spcAft>
                <a:spcPts val="0"/>
              </a:spcAft>
              <a:buNone/>
              <a:defRPr b="1">
                <a:solidFill>
                  <a:schemeClr val="accent4"/>
                </a:solidFill>
              </a:defRPr>
            </a:lvl7pPr>
            <a:lvl8pPr lvl="7" rtl="0">
              <a:lnSpc>
                <a:spcPct val="100000"/>
              </a:lnSpc>
              <a:spcBef>
                <a:spcPts val="0"/>
              </a:spcBef>
              <a:spcAft>
                <a:spcPts val="0"/>
              </a:spcAft>
              <a:buNone/>
              <a:defRPr b="1">
                <a:solidFill>
                  <a:schemeClr val="accent4"/>
                </a:solidFill>
              </a:defRPr>
            </a:lvl8pPr>
            <a:lvl9pPr lvl="8" rtl="0">
              <a:lnSpc>
                <a:spcPct val="100000"/>
              </a:lnSpc>
              <a:spcBef>
                <a:spcPts val="0"/>
              </a:spcBef>
              <a:spcAft>
                <a:spcPts val="0"/>
              </a:spcAft>
              <a:buNone/>
              <a:defRPr b="1">
                <a:solidFill>
                  <a:schemeClr val="accent4"/>
                </a:solidFill>
              </a:defRPr>
            </a:lvl9pPr>
          </a:lstStyle>
          <a:p>
            <a:endParaRPr/>
          </a:p>
        </p:txBody>
      </p:sp>
      <p:sp>
        <p:nvSpPr>
          <p:cNvPr id="590" name="Google Shape;590;p31"/>
          <p:cNvSpPr txBox="1">
            <a:spLocks noGrp="1"/>
          </p:cNvSpPr>
          <p:nvPr>
            <p:ph type="subTitle" idx="3"/>
          </p:nvPr>
        </p:nvSpPr>
        <p:spPr>
          <a:xfrm>
            <a:off x="1574275" y="2936430"/>
            <a:ext cx="6246300" cy="301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b="1">
                <a:solidFill>
                  <a:schemeClr val="accent2"/>
                </a:solidFill>
              </a:defRPr>
            </a:lvl1pPr>
            <a:lvl2pPr lvl="1" rtl="0">
              <a:lnSpc>
                <a:spcPct val="100000"/>
              </a:lnSpc>
              <a:spcBef>
                <a:spcPts val="0"/>
              </a:spcBef>
              <a:spcAft>
                <a:spcPts val="0"/>
              </a:spcAft>
              <a:buNone/>
              <a:defRPr b="1">
                <a:solidFill>
                  <a:schemeClr val="accent2"/>
                </a:solidFill>
              </a:defRPr>
            </a:lvl2pPr>
            <a:lvl3pPr lvl="2" rtl="0">
              <a:lnSpc>
                <a:spcPct val="100000"/>
              </a:lnSpc>
              <a:spcBef>
                <a:spcPts val="0"/>
              </a:spcBef>
              <a:spcAft>
                <a:spcPts val="0"/>
              </a:spcAft>
              <a:buNone/>
              <a:defRPr b="1">
                <a:solidFill>
                  <a:schemeClr val="accent2"/>
                </a:solidFill>
              </a:defRPr>
            </a:lvl3pPr>
            <a:lvl4pPr lvl="3" rtl="0">
              <a:lnSpc>
                <a:spcPct val="100000"/>
              </a:lnSpc>
              <a:spcBef>
                <a:spcPts val="0"/>
              </a:spcBef>
              <a:spcAft>
                <a:spcPts val="0"/>
              </a:spcAft>
              <a:buNone/>
              <a:defRPr b="1">
                <a:solidFill>
                  <a:schemeClr val="accent2"/>
                </a:solidFill>
              </a:defRPr>
            </a:lvl4pPr>
            <a:lvl5pPr lvl="4" rtl="0">
              <a:lnSpc>
                <a:spcPct val="100000"/>
              </a:lnSpc>
              <a:spcBef>
                <a:spcPts val="0"/>
              </a:spcBef>
              <a:spcAft>
                <a:spcPts val="0"/>
              </a:spcAft>
              <a:buNone/>
              <a:defRPr b="1">
                <a:solidFill>
                  <a:schemeClr val="accent2"/>
                </a:solidFill>
              </a:defRPr>
            </a:lvl5pPr>
            <a:lvl6pPr lvl="5" rtl="0">
              <a:lnSpc>
                <a:spcPct val="100000"/>
              </a:lnSpc>
              <a:spcBef>
                <a:spcPts val="0"/>
              </a:spcBef>
              <a:spcAft>
                <a:spcPts val="0"/>
              </a:spcAft>
              <a:buNone/>
              <a:defRPr b="1">
                <a:solidFill>
                  <a:schemeClr val="accent2"/>
                </a:solidFill>
              </a:defRPr>
            </a:lvl6pPr>
            <a:lvl7pPr lvl="6" rtl="0">
              <a:lnSpc>
                <a:spcPct val="100000"/>
              </a:lnSpc>
              <a:spcBef>
                <a:spcPts val="0"/>
              </a:spcBef>
              <a:spcAft>
                <a:spcPts val="0"/>
              </a:spcAft>
              <a:buNone/>
              <a:defRPr b="1">
                <a:solidFill>
                  <a:schemeClr val="accent2"/>
                </a:solidFill>
              </a:defRPr>
            </a:lvl7pPr>
            <a:lvl8pPr lvl="7" rtl="0">
              <a:lnSpc>
                <a:spcPct val="100000"/>
              </a:lnSpc>
              <a:spcBef>
                <a:spcPts val="0"/>
              </a:spcBef>
              <a:spcAft>
                <a:spcPts val="0"/>
              </a:spcAft>
              <a:buNone/>
              <a:defRPr b="1">
                <a:solidFill>
                  <a:schemeClr val="accent2"/>
                </a:solidFill>
              </a:defRPr>
            </a:lvl8pPr>
            <a:lvl9pPr lvl="8" rtl="0">
              <a:lnSpc>
                <a:spcPct val="100000"/>
              </a:lnSpc>
              <a:spcBef>
                <a:spcPts val="0"/>
              </a:spcBef>
              <a:spcAft>
                <a:spcPts val="0"/>
              </a:spcAft>
              <a:buNone/>
              <a:defRPr b="1">
                <a:solidFill>
                  <a:schemeClr val="accent2"/>
                </a:solidFill>
              </a:defRPr>
            </a:lvl9pPr>
          </a:lstStyle>
          <a:p>
            <a:endParaRPr/>
          </a:p>
        </p:txBody>
      </p:sp>
      <p:sp>
        <p:nvSpPr>
          <p:cNvPr id="591" name="Google Shape;591;p31"/>
          <p:cNvSpPr txBox="1">
            <a:spLocks noGrp="1"/>
          </p:cNvSpPr>
          <p:nvPr>
            <p:ph type="subTitle" idx="4"/>
          </p:nvPr>
        </p:nvSpPr>
        <p:spPr>
          <a:xfrm>
            <a:off x="1574275" y="3777135"/>
            <a:ext cx="6246300" cy="301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b="1">
                <a:solidFill>
                  <a:schemeClr val="accent1"/>
                </a:solidFill>
              </a:defRPr>
            </a:lvl1pPr>
            <a:lvl2pPr lvl="1" rtl="0">
              <a:lnSpc>
                <a:spcPct val="100000"/>
              </a:lnSpc>
              <a:spcBef>
                <a:spcPts val="0"/>
              </a:spcBef>
              <a:spcAft>
                <a:spcPts val="0"/>
              </a:spcAft>
              <a:buNone/>
              <a:defRPr b="1">
                <a:solidFill>
                  <a:schemeClr val="accent1"/>
                </a:solidFill>
              </a:defRPr>
            </a:lvl2pPr>
            <a:lvl3pPr lvl="2" rtl="0">
              <a:lnSpc>
                <a:spcPct val="100000"/>
              </a:lnSpc>
              <a:spcBef>
                <a:spcPts val="0"/>
              </a:spcBef>
              <a:spcAft>
                <a:spcPts val="0"/>
              </a:spcAft>
              <a:buNone/>
              <a:defRPr b="1">
                <a:solidFill>
                  <a:schemeClr val="accent1"/>
                </a:solidFill>
              </a:defRPr>
            </a:lvl3pPr>
            <a:lvl4pPr lvl="3" rtl="0">
              <a:lnSpc>
                <a:spcPct val="100000"/>
              </a:lnSpc>
              <a:spcBef>
                <a:spcPts val="0"/>
              </a:spcBef>
              <a:spcAft>
                <a:spcPts val="0"/>
              </a:spcAft>
              <a:buNone/>
              <a:defRPr b="1">
                <a:solidFill>
                  <a:schemeClr val="accent1"/>
                </a:solidFill>
              </a:defRPr>
            </a:lvl4pPr>
            <a:lvl5pPr lvl="4" rtl="0">
              <a:lnSpc>
                <a:spcPct val="100000"/>
              </a:lnSpc>
              <a:spcBef>
                <a:spcPts val="0"/>
              </a:spcBef>
              <a:spcAft>
                <a:spcPts val="0"/>
              </a:spcAft>
              <a:buNone/>
              <a:defRPr b="1">
                <a:solidFill>
                  <a:schemeClr val="accent1"/>
                </a:solidFill>
              </a:defRPr>
            </a:lvl5pPr>
            <a:lvl6pPr lvl="5" rtl="0">
              <a:lnSpc>
                <a:spcPct val="100000"/>
              </a:lnSpc>
              <a:spcBef>
                <a:spcPts val="0"/>
              </a:spcBef>
              <a:spcAft>
                <a:spcPts val="0"/>
              </a:spcAft>
              <a:buNone/>
              <a:defRPr b="1">
                <a:solidFill>
                  <a:schemeClr val="accent1"/>
                </a:solidFill>
              </a:defRPr>
            </a:lvl6pPr>
            <a:lvl7pPr lvl="6" rtl="0">
              <a:lnSpc>
                <a:spcPct val="100000"/>
              </a:lnSpc>
              <a:spcBef>
                <a:spcPts val="0"/>
              </a:spcBef>
              <a:spcAft>
                <a:spcPts val="0"/>
              </a:spcAft>
              <a:buNone/>
              <a:defRPr b="1">
                <a:solidFill>
                  <a:schemeClr val="accent1"/>
                </a:solidFill>
              </a:defRPr>
            </a:lvl7pPr>
            <a:lvl8pPr lvl="7" rtl="0">
              <a:lnSpc>
                <a:spcPct val="100000"/>
              </a:lnSpc>
              <a:spcBef>
                <a:spcPts val="0"/>
              </a:spcBef>
              <a:spcAft>
                <a:spcPts val="0"/>
              </a:spcAft>
              <a:buNone/>
              <a:defRPr b="1">
                <a:solidFill>
                  <a:schemeClr val="accent1"/>
                </a:solidFill>
              </a:defRPr>
            </a:lvl8pPr>
            <a:lvl9pPr lvl="8" rtl="0">
              <a:lnSpc>
                <a:spcPct val="100000"/>
              </a:lnSpc>
              <a:spcBef>
                <a:spcPts val="0"/>
              </a:spcBef>
              <a:spcAft>
                <a:spcPts val="0"/>
              </a:spcAft>
              <a:buNone/>
              <a:defRPr b="1">
                <a:solidFill>
                  <a:schemeClr val="accent1"/>
                </a:solidFill>
              </a:defRPr>
            </a:lvl9pPr>
          </a:lstStyle>
          <a:p>
            <a:endParaRPr/>
          </a:p>
        </p:txBody>
      </p:sp>
      <p:sp>
        <p:nvSpPr>
          <p:cNvPr id="592" name="Google Shape;592;p31"/>
          <p:cNvSpPr txBox="1">
            <a:spLocks noGrp="1"/>
          </p:cNvSpPr>
          <p:nvPr>
            <p:ph type="subTitle" idx="5"/>
          </p:nvPr>
        </p:nvSpPr>
        <p:spPr>
          <a:xfrm>
            <a:off x="1574275" y="1526353"/>
            <a:ext cx="6246300" cy="301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solidFill>
                  <a:schemeClr val="dk2"/>
                </a:solidFill>
              </a:defRPr>
            </a:lvl1pPr>
            <a:lvl2pPr lvl="1" rtl="0">
              <a:lnSpc>
                <a:spcPct val="100000"/>
              </a:lnSpc>
              <a:spcBef>
                <a:spcPts val="0"/>
              </a:spcBef>
              <a:spcAft>
                <a:spcPts val="0"/>
              </a:spcAft>
              <a:buNone/>
              <a:defRPr sz="1600">
                <a:solidFill>
                  <a:schemeClr val="dk2"/>
                </a:solidFill>
              </a:defRPr>
            </a:lvl2pPr>
            <a:lvl3pPr lvl="2" rtl="0">
              <a:lnSpc>
                <a:spcPct val="100000"/>
              </a:lnSpc>
              <a:spcBef>
                <a:spcPts val="0"/>
              </a:spcBef>
              <a:spcAft>
                <a:spcPts val="0"/>
              </a:spcAft>
              <a:buNone/>
              <a:defRPr sz="1600">
                <a:solidFill>
                  <a:schemeClr val="dk2"/>
                </a:solidFill>
              </a:defRPr>
            </a:lvl3pPr>
            <a:lvl4pPr lvl="3" rtl="0">
              <a:lnSpc>
                <a:spcPct val="100000"/>
              </a:lnSpc>
              <a:spcBef>
                <a:spcPts val="0"/>
              </a:spcBef>
              <a:spcAft>
                <a:spcPts val="0"/>
              </a:spcAft>
              <a:buNone/>
              <a:defRPr sz="1600">
                <a:solidFill>
                  <a:schemeClr val="dk2"/>
                </a:solidFill>
              </a:defRPr>
            </a:lvl4pPr>
            <a:lvl5pPr lvl="4" rtl="0">
              <a:lnSpc>
                <a:spcPct val="100000"/>
              </a:lnSpc>
              <a:spcBef>
                <a:spcPts val="0"/>
              </a:spcBef>
              <a:spcAft>
                <a:spcPts val="0"/>
              </a:spcAft>
              <a:buNone/>
              <a:defRPr sz="1600">
                <a:solidFill>
                  <a:schemeClr val="dk2"/>
                </a:solidFill>
              </a:defRPr>
            </a:lvl5pPr>
            <a:lvl6pPr lvl="5" rtl="0">
              <a:lnSpc>
                <a:spcPct val="100000"/>
              </a:lnSpc>
              <a:spcBef>
                <a:spcPts val="0"/>
              </a:spcBef>
              <a:spcAft>
                <a:spcPts val="0"/>
              </a:spcAft>
              <a:buNone/>
              <a:defRPr sz="1600">
                <a:solidFill>
                  <a:schemeClr val="dk2"/>
                </a:solidFill>
              </a:defRPr>
            </a:lvl6pPr>
            <a:lvl7pPr lvl="6" rtl="0">
              <a:lnSpc>
                <a:spcPct val="100000"/>
              </a:lnSpc>
              <a:spcBef>
                <a:spcPts val="0"/>
              </a:spcBef>
              <a:spcAft>
                <a:spcPts val="0"/>
              </a:spcAft>
              <a:buNone/>
              <a:defRPr sz="1600">
                <a:solidFill>
                  <a:schemeClr val="dk2"/>
                </a:solidFill>
              </a:defRPr>
            </a:lvl7pPr>
            <a:lvl8pPr lvl="7" rtl="0">
              <a:lnSpc>
                <a:spcPct val="100000"/>
              </a:lnSpc>
              <a:spcBef>
                <a:spcPts val="0"/>
              </a:spcBef>
              <a:spcAft>
                <a:spcPts val="0"/>
              </a:spcAft>
              <a:buNone/>
              <a:defRPr sz="1600">
                <a:solidFill>
                  <a:schemeClr val="dk2"/>
                </a:solidFill>
              </a:defRPr>
            </a:lvl8pPr>
            <a:lvl9pPr lvl="8" rtl="0">
              <a:lnSpc>
                <a:spcPct val="100000"/>
              </a:lnSpc>
              <a:spcBef>
                <a:spcPts val="0"/>
              </a:spcBef>
              <a:spcAft>
                <a:spcPts val="0"/>
              </a:spcAft>
              <a:buNone/>
              <a:defRPr sz="1600">
                <a:solidFill>
                  <a:schemeClr val="dk2"/>
                </a:solidFill>
              </a:defRPr>
            </a:lvl9pPr>
          </a:lstStyle>
          <a:p>
            <a:endParaRPr/>
          </a:p>
        </p:txBody>
      </p:sp>
      <p:sp>
        <p:nvSpPr>
          <p:cNvPr id="593" name="Google Shape;593;p31"/>
          <p:cNvSpPr txBox="1">
            <a:spLocks noGrp="1"/>
          </p:cNvSpPr>
          <p:nvPr>
            <p:ph type="subTitle" idx="6"/>
          </p:nvPr>
        </p:nvSpPr>
        <p:spPr>
          <a:xfrm>
            <a:off x="1574275" y="2370712"/>
            <a:ext cx="6246300" cy="301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solidFill>
                  <a:schemeClr val="dk2"/>
                </a:solidFill>
              </a:defRPr>
            </a:lvl1pPr>
            <a:lvl2pPr lvl="1" rtl="0">
              <a:lnSpc>
                <a:spcPct val="100000"/>
              </a:lnSpc>
              <a:spcBef>
                <a:spcPts val="0"/>
              </a:spcBef>
              <a:spcAft>
                <a:spcPts val="0"/>
              </a:spcAft>
              <a:buNone/>
              <a:defRPr sz="1600">
                <a:solidFill>
                  <a:schemeClr val="dk2"/>
                </a:solidFill>
              </a:defRPr>
            </a:lvl2pPr>
            <a:lvl3pPr lvl="2" rtl="0">
              <a:lnSpc>
                <a:spcPct val="100000"/>
              </a:lnSpc>
              <a:spcBef>
                <a:spcPts val="0"/>
              </a:spcBef>
              <a:spcAft>
                <a:spcPts val="0"/>
              </a:spcAft>
              <a:buNone/>
              <a:defRPr sz="1600">
                <a:solidFill>
                  <a:schemeClr val="dk2"/>
                </a:solidFill>
              </a:defRPr>
            </a:lvl3pPr>
            <a:lvl4pPr lvl="3" rtl="0">
              <a:lnSpc>
                <a:spcPct val="100000"/>
              </a:lnSpc>
              <a:spcBef>
                <a:spcPts val="0"/>
              </a:spcBef>
              <a:spcAft>
                <a:spcPts val="0"/>
              </a:spcAft>
              <a:buNone/>
              <a:defRPr sz="1600">
                <a:solidFill>
                  <a:schemeClr val="dk2"/>
                </a:solidFill>
              </a:defRPr>
            </a:lvl4pPr>
            <a:lvl5pPr lvl="4" rtl="0">
              <a:lnSpc>
                <a:spcPct val="100000"/>
              </a:lnSpc>
              <a:spcBef>
                <a:spcPts val="0"/>
              </a:spcBef>
              <a:spcAft>
                <a:spcPts val="0"/>
              </a:spcAft>
              <a:buNone/>
              <a:defRPr sz="1600">
                <a:solidFill>
                  <a:schemeClr val="dk2"/>
                </a:solidFill>
              </a:defRPr>
            </a:lvl5pPr>
            <a:lvl6pPr lvl="5" rtl="0">
              <a:lnSpc>
                <a:spcPct val="100000"/>
              </a:lnSpc>
              <a:spcBef>
                <a:spcPts val="0"/>
              </a:spcBef>
              <a:spcAft>
                <a:spcPts val="0"/>
              </a:spcAft>
              <a:buNone/>
              <a:defRPr sz="1600">
                <a:solidFill>
                  <a:schemeClr val="dk2"/>
                </a:solidFill>
              </a:defRPr>
            </a:lvl6pPr>
            <a:lvl7pPr lvl="6" rtl="0">
              <a:lnSpc>
                <a:spcPct val="100000"/>
              </a:lnSpc>
              <a:spcBef>
                <a:spcPts val="0"/>
              </a:spcBef>
              <a:spcAft>
                <a:spcPts val="0"/>
              </a:spcAft>
              <a:buNone/>
              <a:defRPr sz="1600">
                <a:solidFill>
                  <a:schemeClr val="dk2"/>
                </a:solidFill>
              </a:defRPr>
            </a:lvl7pPr>
            <a:lvl8pPr lvl="7" rtl="0">
              <a:lnSpc>
                <a:spcPct val="100000"/>
              </a:lnSpc>
              <a:spcBef>
                <a:spcPts val="0"/>
              </a:spcBef>
              <a:spcAft>
                <a:spcPts val="0"/>
              </a:spcAft>
              <a:buNone/>
              <a:defRPr sz="1600">
                <a:solidFill>
                  <a:schemeClr val="dk2"/>
                </a:solidFill>
              </a:defRPr>
            </a:lvl8pPr>
            <a:lvl9pPr lvl="8" rtl="0">
              <a:lnSpc>
                <a:spcPct val="100000"/>
              </a:lnSpc>
              <a:spcBef>
                <a:spcPts val="0"/>
              </a:spcBef>
              <a:spcAft>
                <a:spcPts val="0"/>
              </a:spcAft>
              <a:buNone/>
              <a:defRPr sz="1600">
                <a:solidFill>
                  <a:schemeClr val="dk2"/>
                </a:solidFill>
              </a:defRPr>
            </a:lvl9pPr>
          </a:lstStyle>
          <a:p>
            <a:endParaRPr/>
          </a:p>
        </p:txBody>
      </p:sp>
      <p:sp>
        <p:nvSpPr>
          <p:cNvPr id="594" name="Google Shape;594;p31"/>
          <p:cNvSpPr txBox="1">
            <a:spLocks noGrp="1"/>
          </p:cNvSpPr>
          <p:nvPr>
            <p:ph type="subTitle" idx="7"/>
          </p:nvPr>
        </p:nvSpPr>
        <p:spPr>
          <a:xfrm>
            <a:off x="1574275" y="3208624"/>
            <a:ext cx="6246300" cy="301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solidFill>
                  <a:schemeClr val="dk2"/>
                </a:solidFill>
              </a:defRPr>
            </a:lvl1pPr>
            <a:lvl2pPr lvl="1" rtl="0">
              <a:lnSpc>
                <a:spcPct val="100000"/>
              </a:lnSpc>
              <a:spcBef>
                <a:spcPts val="0"/>
              </a:spcBef>
              <a:spcAft>
                <a:spcPts val="0"/>
              </a:spcAft>
              <a:buNone/>
              <a:defRPr sz="1600">
                <a:solidFill>
                  <a:schemeClr val="dk2"/>
                </a:solidFill>
              </a:defRPr>
            </a:lvl2pPr>
            <a:lvl3pPr lvl="2" rtl="0">
              <a:lnSpc>
                <a:spcPct val="100000"/>
              </a:lnSpc>
              <a:spcBef>
                <a:spcPts val="0"/>
              </a:spcBef>
              <a:spcAft>
                <a:spcPts val="0"/>
              </a:spcAft>
              <a:buNone/>
              <a:defRPr sz="1600">
                <a:solidFill>
                  <a:schemeClr val="dk2"/>
                </a:solidFill>
              </a:defRPr>
            </a:lvl3pPr>
            <a:lvl4pPr lvl="3" rtl="0">
              <a:lnSpc>
                <a:spcPct val="100000"/>
              </a:lnSpc>
              <a:spcBef>
                <a:spcPts val="0"/>
              </a:spcBef>
              <a:spcAft>
                <a:spcPts val="0"/>
              </a:spcAft>
              <a:buNone/>
              <a:defRPr sz="1600">
                <a:solidFill>
                  <a:schemeClr val="dk2"/>
                </a:solidFill>
              </a:defRPr>
            </a:lvl4pPr>
            <a:lvl5pPr lvl="4" rtl="0">
              <a:lnSpc>
                <a:spcPct val="100000"/>
              </a:lnSpc>
              <a:spcBef>
                <a:spcPts val="0"/>
              </a:spcBef>
              <a:spcAft>
                <a:spcPts val="0"/>
              </a:spcAft>
              <a:buNone/>
              <a:defRPr sz="1600">
                <a:solidFill>
                  <a:schemeClr val="dk2"/>
                </a:solidFill>
              </a:defRPr>
            </a:lvl5pPr>
            <a:lvl6pPr lvl="5" rtl="0">
              <a:lnSpc>
                <a:spcPct val="100000"/>
              </a:lnSpc>
              <a:spcBef>
                <a:spcPts val="0"/>
              </a:spcBef>
              <a:spcAft>
                <a:spcPts val="0"/>
              </a:spcAft>
              <a:buNone/>
              <a:defRPr sz="1600">
                <a:solidFill>
                  <a:schemeClr val="dk2"/>
                </a:solidFill>
              </a:defRPr>
            </a:lvl6pPr>
            <a:lvl7pPr lvl="6" rtl="0">
              <a:lnSpc>
                <a:spcPct val="100000"/>
              </a:lnSpc>
              <a:spcBef>
                <a:spcPts val="0"/>
              </a:spcBef>
              <a:spcAft>
                <a:spcPts val="0"/>
              </a:spcAft>
              <a:buNone/>
              <a:defRPr sz="1600">
                <a:solidFill>
                  <a:schemeClr val="dk2"/>
                </a:solidFill>
              </a:defRPr>
            </a:lvl7pPr>
            <a:lvl8pPr lvl="7" rtl="0">
              <a:lnSpc>
                <a:spcPct val="100000"/>
              </a:lnSpc>
              <a:spcBef>
                <a:spcPts val="0"/>
              </a:spcBef>
              <a:spcAft>
                <a:spcPts val="0"/>
              </a:spcAft>
              <a:buNone/>
              <a:defRPr sz="1600">
                <a:solidFill>
                  <a:schemeClr val="dk2"/>
                </a:solidFill>
              </a:defRPr>
            </a:lvl8pPr>
            <a:lvl9pPr lvl="8" rtl="0">
              <a:lnSpc>
                <a:spcPct val="100000"/>
              </a:lnSpc>
              <a:spcBef>
                <a:spcPts val="0"/>
              </a:spcBef>
              <a:spcAft>
                <a:spcPts val="0"/>
              </a:spcAft>
              <a:buNone/>
              <a:defRPr sz="1600">
                <a:solidFill>
                  <a:schemeClr val="dk2"/>
                </a:solidFill>
              </a:defRPr>
            </a:lvl9pPr>
          </a:lstStyle>
          <a:p>
            <a:endParaRPr/>
          </a:p>
        </p:txBody>
      </p:sp>
      <p:sp>
        <p:nvSpPr>
          <p:cNvPr id="595" name="Google Shape;595;p31"/>
          <p:cNvSpPr txBox="1">
            <a:spLocks noGrp="1"/>
          </p:cNvSpPr>
          <p:nvPr>
            <p:ph type="subTitle" idx="8"/>
          </p:nvPr>
        </p:nvSpPr>
        <p:spPr>
          <a:xfrm>
            <a:off x="1574275" y="4052134"/>
            <a:ext cx="6246300" cy="301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solidFill>
                  <a:schemeClr val="dk2"/>
                </a:solidFill>
              </a:defRPr>
            </a:lvl1pPr>
            <a:lvl2pPr lvl="1" rtl="0">
              <a:lnSpc>
                <a:spcPct val="100000"/>
              </a:lnSpc>
              <a:spcBef>
                <a:spcPts val="0"/>
              </a:spcBef>
              <a:spcAft>
                <a:spcPts val="0"/>
              </a:spcAft>
              <a:buNone/>
              <a:defRPr sz="1600">
                <a:solidFill>
                  <a:schemeClr val="dk2"/>
                </a:solidFill>
              </a:defRPr>
            </a:lvl2pPr>
            <a:lvl3pPr lvl="2" rtl="0">
              <a:lnSpc>
                <a:spcPct val="100000"/>
              </a:lnSpc>
              <a:spcBef>
                <a:spcPts val="0"/>
              </a:spcBef>
              <a:spcAft>
                <a:spcPts val="0"/>
              </a:spcAft>
              <a:buNone/>
              <a:defRPr sz="1600">
                <a:solidFill>
                  <a:schemeClr val="dk2"/>
                </a:solidFill>
              </a:defRPr>
            </a:lvl3pPr>
            <a:lvl4pPr lvl="3" rtl="0">
              <a:lnSpc>
                <a:spcPct val="100000"/>
              </a:lnSpc>
              <a:spcBef>
                <a:spcPts val="0"/>
              </a:spcBef>
              <a:spcAft>
                <a:spcPts val="0"/>
              </a:spcAft>
              <a:buNone/>
              <a:defRPr sz="1600">
                <a:solidFill>
                  <a:schemeClr val="dk2"/>
                </a:solidFill>
              </a:defRPr>
            </a:lvl4pPr>
            <a:lvl5pPr lvl="4" rtl="0">
              <a:lnSpc>
                <a:spcPct val="100000"/>
              </a:lnSpc>
              <a:spcBef>
                <a:spcPts val="0"/>
              </a:spcBef>
              <a:spcAft>
                <a:spcPts val="0"/>
              </a:spcAft>
              <a:buNone/>
              <a:defRPr sz="1600">
                <a:solidFill>
                  <a:schemeClr val="dk2"/>
                </a:solidFill>
              </a:defRPr>
            </a:lvl5pPr>
            <a:lvl6pPr lvl="5" rtl="0">
              <a:lnSpc>
                <a:spcPct val="100000"/>
              </a:lnSpc>
              <a:spcBef>
                <a:spcPts val="0"/>
              </a:spcBef>
              <a:spcAft>
                <a:spcPts val="0"/>
              </a:spcAft>
              <a:buNone/>
              <a:defRPr sz="1600">
                <a:solidFill>
                  <a:schemeClr val="dk2"/>
                </a:solidFill>
              </a:defRPr>
            </a:lvl6pPr>
            <a:lvl7pPr lvl="6" rtl="0">
              <a:lnSpc>
                <a:spcPct val="100000"/>
              </a:lnSpc>
              <a:spcBef>
                <a:spcPts val="0"/>
              </a:spcBef>
              <a:spcAft>
                <a:spcPts val="0"/>
              </a:spcAft>
              <a:buNone/>
              <a:defRPr sz="1600">
                <a:solidFill>
                  <a:schemeClr val="dk2"/>
                </a:solidFill>
              </a:defRPr>
            </a:lvl7pPr>
            <a:lvl8pPr lvl="7" rtl="0">
              <a:lnSpc>
                <a:spcPct val="100000"/>
              </a:lnSpc>
              <a:spcBef>
                <a:spcPts val="0"/>
              </a:spcBef>
              <a:spcAft>
                <a:spcPts val="0"/>
              </a:spcAft>
              <a:buNone/>
              <a:defRPr sz="1600">
                <a:solidFill>
                  <a:schemeClr val="dk2"/>
                </a:solidFill>
              </a:defRPr>
            </a:lvl8pPr>
            <a:lvl9pPr lvl="8" rtl="0">
              <a:lnSpc>
                <a:spcPct val="100000"/>
              </a:lnSpc>
              <a:spcBef>
                <a:spcPts val="0"/>
              </a:spcBef>
              <a:spcAft>
                <a:spcPts val="0"/>
              </a:spcAft>
              <a:buNone/>
              <a:defRPr sz="1600">
                <a:solidFill>
                  <a:schemeClr val="dk2"/>
                </a:solidFill>
              </a:defRPr>
            </a:lvl9pPr>
          </a:lstStyle>
          <a:p>
            <a:endParaRPr/>
          </a:p>
        </p:txBody>
      </p:sp>
      <p:sp>
        <p:nvSpPr>
          <p:cNvPr id="596" name="Google Shape;596;p31"/>
          <p:cNvSpPr/>
          <p:nvPr/>
        </p:nvSpPr>
        <p:spPr>
          <a:xfrm>
            <a:off x="482650" y="250775"/>
            <a:ext cx="75600" cy="75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p:cNvSpPr/>
          <p:nvPr/>
        </p:nvSpPr>
        <p:spPr>
          <a:xfrm>
            <a:off x="605675" y="250775"/>
            <a:ext cx="75600" cy="75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1"/>
          <p:cNvSpPr/>
          <p:nvPr/>
        </p:nvSpPr>
        <p:spPr>
          <a:xfrm>
            <a:off x="728700" y="250775"/>
            <a:ext cx="75600" cy="75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1"/>
          <p:cNvSpPr/>
          <p:nvPr/>
        </p:nvSpPr>
        <p:spPr>
          <a:xfrm>
            <a:off x="7715897" y="4895625"/>
            <a:ext cx="216636"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p:cNvSpPr/>
          <p:nvPr/>
        </p:nvSpPr>
        <p:spPr>
          <a:xfrm>
            <a:off x="2831643" y="4895635"/>
            <a:ext cx="415144" cy="40086"/>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2"/>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p:cNvSpPr/>
          <p:nvPr/>
        </p:nvSpPr>
        <p:spPr>
          <a:xfrm>
            <a:off x="488567" y="364013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1"/>
          <p:cNvSpPr/>
          <p:nvPr/>
        </p:nvSpPr>
        <p:spPr>
          <a:xfrm>
            <a:off x="873792" y="1468852"/>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1"/>
          <p:cNvSpPr/>
          <p:nvPr/>
        </p:nvSpPr>
        <p:spPr>
          <a:xfrm>
            <a:off x="380067" y="77988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p:cNvSpPr/>
          <p:nvPr/>
        </p:nvSpPr>
        <p:spPr>
          <a:xfrm>
            <a:off x="795217" y="443968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p:cNvSpPr/>
          <p:nvPr/>
        </p:nvSpPr>
        <p:spPr>
          <a:xfrm>
            <a:off x="7273714" y="212764"/>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p:cNvSpPr/>
          <p:nvPr/>
        </p:nvSpPr>
        <p:spPr>
          <a:xfrm>
            <a:off x="7962892" y="148464"/>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2"/>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p:cNvSpPr/>
          <p:nvPr/>
        </p:nvSpPr>
        <p:spPr>
          <a:xfrm>
            <a:off x="412198" y="1593750"/>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p:cNvSpPr/>
          <p:nvPr/>
        </p:nvSpPr>
        <p:spPr>
          <a:xfrm>
            <a:off x="380068" y="2739197"/>
            <a:ext cx="415144" cy="40086"/>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p:cNvSpPr/>
          <p:nvPr/>
        </p:nvSpPr>
        <p:spPr>
          <a:xfrm>
            <a:off x="1856989" y="148464"/>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p:cNvSpPr/>
          <p:nvPr/>
        </p:nvSpPr>
        <p:spPr>
          <a:xfrm>
            <a:off x="2911398" y="220750"/>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p:cNvSpPr/>
          <p:nvPr/>
        </p:nvSpPr>
        <p:spPr>
          <a:xfrm>
            <a:off x="1483368" y="360260"/>
            <a:ext cx="415144" cy="40086"/>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p:cNvSpPr/>
          <p:nvPr/>
        </p:nvSpPr>
        <p:spPr>
          <a:xfrm>
            <a:off x="5380617" y="4787464"/>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p:cNvSpPr/>
          <p:nvPr/>
        </p:nvSpPr>
        <p:spPr>
          <a:xfrm>
            <a:off x="814925" y="539503"/>
            <a:ext cx="7432399" cy="500753"/>
          </a:xfrm>
          <a:custGeom>
            <a:avLst/>
            <a:gdLst/>
            <a:ahLst/>
            <a:cxnLst/>
            <a:rect l="l" t="t" r="r" b="b"/>
            <a:pathLst>
              <a:path w="285176" h="20331" extrusionOk="0">
                <a:moveTo>
                  <a:pt x="10165" y="0"/>
                </a:moveTo>
                <a:cubicBezTo>
                  <a:pt x="4554" y="0"/>
                  <a:pt x="0" y="4554"/>
                  <a:pt x="0" y="10165"/>
                </a:cubicBezTo>
                <a:cubicBezTo>
                  <a:pt x="0" y="15776"/>
                  <a:pt x="4554" y="20330"/>
                  <a:pt x="10165" y="20330"/>
                </a:cubicBezTo>
                <a:lnTo>
                  <a:pt x="275010" y="20330"/>
                </a:lnTo>
                <a:cubicBezTo>
                  <a:pt x="280621" y="20330"/>
                  <a:pt x="285175" y="15776"/>
                  <a:pt x="285175" y="10165"/>
                </a:cubicBezTo>
                <a:cubicBezTo>
                  <a:pt x="285175" y="4554"/>
                  <a:pt x="280621" y="0"/>
                  <a:pt x="275010" y="0"/>
                </a:cubicBezTo>
                <a:close/>
              </a:path>
            </a:pathLst>
          </a:custGeom>
          <a:solidFill>
            <a:srgbClr val="FFFFFF"/>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p:cNvSpPr/>
          <p:nvPr/>
        </p:nvSpPr>
        <p:spPr>
          <a:xfrm>
            <a:off x="1091993" y="595570"/>
            <a:ext cx="392151" cy="388620"/>
          </a:xfrm>
          <a:custGeom>
            <a:avLst/>
            <a:gdLst/>
            <a:ahLst/>
            <a:cxnLst/>
            <a:rect l="l" t="t" r="r" b="b"/>
            <a:pathLst>
              <a:path w="209147" h="207264" extrusionOk="0">
                <a:moveTo>
                  <a:pt x="90787" y="25958"/>
                </a:moveTo>
                <a:cubicBezTo>
                  <a:pt x="126698" y="25958"/>
                  <a:pt x="155750" y="55010"/>
                  <a:pt x="155750" y="90787"/>
                </a:cubicBezTo>
                <a:cubicBezTo>
                  <a:pt x="155750" y="126698"/>
                  <a:pt x="126698" y="155750"/>
                  <a:pt x="90787" y="155750"/>
                </a:cubicBezTo>
                <a:cubicBezTo>
                  <a:pt x="55010" y="155750"/>
                  <a:pt x="25958" y="126698"/>
                  <a:pt x="25958" y="90787"/>
                </a:cubicBezTo>
                <a:cubicBezTo>
                  <a:pt x="25958" y="55010"/>
                  <a:pt x="55010" y="25958"/>
                  <a:pt x="90787" y="25958"/>
                </a:cubicBezTo>
                <a:close/>
                <a:moveTo>
                  <a:pt x="90787" y="0"/>
                </a:moveTo>
                <a:cubicBezTo>
                  <a:pt x="40619" y="0"/>
                  <a:pt x="0" y="40619"/>
                  <a:pt x="0" y="90787"/>
                </a:cubicBezTo>
                <a:cubicBezTo>
                  <a:pt x="0" y="140955"/>
                  <a:pt x="40619" y="181709"/>
                  <a:pt x="90787" y="181709"/>
                </a:cubicBezTo>
                <a:cubicBezTo>
                  <a:pt x="108810" y="181709"/>
                  <a:pt x="125622" y="176194"/>
                  <a:pt x="139745" y="167183"/>
                </a:cubicBezTo>
                <a:lnTo>
                  <a:pt x="174042" y="201615"/>
                </a:lnTo>
                <a:cubicBezTo>
                  <a:pt x="177875" y="205381"/>
                  <a:pt x="182852" y="207264"/>
                  <a:pt x="187828" y="207264"/>
                </a:cubicBezTo>
                <a:cubicBezTo>
                  <a:pt x="192805" y="207264"/>
                  <a:pt x="197781" y="205381"/>
                  <a:pt x="201615" y="201615"/>
                </a:cubicBezTo>
                <a:cubicBezTo>
                  <a:pt x="209147" y="193948"/>
                  <a:pt x="209147" y="181709"/>
                  <a:pt x="201615" y="174042"/>
                </a:cubicBezTo>
                <a:lnTo>
                  <a:pt x="167183" y="139745"/>
                </a:lnTo>
                <a:cubicBezTo>
                  <a:pt x="176329" y="125622"/>
                  <a:pt x="181709" y="108810"/>
                  <a:pt x="181709" y="90787"/>
                </a:cubicBezTo>
                <a:cubicBezTo>
                  <a:pt x="181709" y="40619"/>
                  <a:pt x="140955" y="0"/>
                  <a:pt x="90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p:cNvSpPr txBox="1">
            <a:spLocks noGrp="1"/>
          </p:cNvSpPr>
          <p:nvPr>
            <p:ph type="title"/>
          </p:nvPr>
        </p:nvSpPr>
        <p:spPr>
          <a:xfrm>
            <a:off x="1541075" y="544291"/>
            <a:ext cx="6486900" cy="47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b="1">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2">
  <p:cSld name="CUSTOM_10">
    <p:bg>
      <p:bgPr>
        <a:solidFill>
          <a:schemeClr val="accent4"/>
        </a:solidFill>
        <a:effectLst/>
      </p:bgPr>
    </p:bg>
    <p:spTree>
      <p:nvGrpSpPr>
        <p:cNvPr id="1" name="Shape 876"/>
        <p:cNvGrpSpPr/>
        <p:nvPr/>
      </p:nvGrpSpPr>
      <p:grpSpPr>
        <a:xfrm>
          <a:off x="0" y="0"/>
          <a:ext cx="0" cy="0"/>
          <a:chOff x="0" y="0"/>
          <a:chExt cx="0" cy="0"/>
        </a:xfrm>
      </p:grpSpPr>
      <p:grpSp>
        <p:nvGrpSpPr>
          <p:cNvPr id="877" name="Google Shape;877;p43"/>
          <p:cNvGrpSpPr/>
          <p:nvPr/>
        </p:nvGrpSpPr>
        <p:grpSpPr>
          <a:xfrm>
            <a:off x="270825" y="111595"/>
            <a:ext cx="8602334" cy="4930561"/>
            <a:chOff x="270825" y="111595"/>
            <a:chExt cx="8602334" cy="4930561"/>
          </a:xfrm>
        </p:grpSpPr>
        <p:sp>
          <p:nvSpPr>
            <p:cNvPr id="878" name="Google Shape;878;p43"/>
            <p:cNvSpPr/>
            <p:nvPr/>
          </p:nvSpPr>
          <p:spPr>
            <a:xfrm>
              <a:off x="270825" y="111595"/>
              <a:ext cx="8602334" cy="4930561"/>
            </a:xfrm>
            <a:custGeom>
              <a:avLst/>
              <a:gdLst/>
              <a:ahLst/>
              <a:cxnLst/>
              <a:rect l="l" t="t" r="r" b="b"/>
              <a:pathLst>
                <a:path w="240507" h="145853" extrusionOk="0">
                  <a:moveTo>
                    <a:pt x="3715" y="1"/>
                  </a:moveTo>
                  <a:cubicBezTo>
                    <a:pt x="1656" y="1"/>
                    <a:pt x="1" y="1656"/>
                    <a:pt x="1" y="3716"/>
                  </a:cubicBezTo>
                  <a:lnTo>
                    <a:pt x="1" y="142137"/>
                  </a:lnTo>
                  <a:cubicBezTo>
                    <a:pt x="1" y="144185"/>
                    <a:pt x="1656" y="145852"/>
                    <a:pt x="3715" y="145852"/>
                  </a:cubicBezTo>
                  <a:lnTo>
                    <a:pt x="236780" y="145852"/>
                  </a:lnTo>
                  <a:cubicBezTo>
                    <a:pt x="238840" y="145852"/>
                    <a:pt x="240507" y="144185"/>
                    <a:pt x="240507" y="142137"/>
                  </a:cubicBezTo>
                  <a:lnTo>
                    <a:pt x="240507" y="3716"/>
                  </a:lnTo>
                  <a:cubicBezTo>
                    <a:pt x="240507" y="1656"/>
                    <a:pt x="238840" y="1"/>
                    <a:pt x="236792" y="1"/>
                  </a:cubicBezTo>
                  <a:close/>
                </a:path>
              </a:pathLst>
            </a:custGeom>
            <a:solidFill>
              <a:schemeClr val="lt2"/>
            </a:solidFill>
            <a:ln>
              <a:noFill/>
            </a:ln>
            <a:effectLst>
              <a:outerShdw blurRad="157163" dist="66675" dir="3420000" algn="bl" rotWithShape="0">
                <a:srgbClr val="000000">
                  <a:alpha val="3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3"/>
            <p:cNvSpPr/>
            <p:nvPr/>
          </p:nvSpPr>
          <p:spPr>
            <a:xfrm>
              <a:off x="482650" y="250775"/>
              <a:ext cx="75600" cy="75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3"/>
            <p:cNvSpPr/>
            <p:nvPr/>
          </p:nvSpPr>
          <p:spPr>
            <a:xfrm>
              <a:off x="605675" y="250775"/>
              <a:ext cx="75600" cy="75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3"/>
            <p:cNvSpPr/>
            <p:nvPr/>
          </p:nvSpPr>
          <p:spPr>
            <a:xfrm>
              <a:off x="728700" y="250775"/>
              <a:ext cx="75600" cy="75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2" name="Google Shape;882;p43"/>
          <p:cNvSpPr/>
          <p:nvPr/>
        </p:nvSpPr>
        <p:spPr>
          <a:xfrm>
            <a:off x="800100" y="1485900"/>
            <a:ext cx="7447200" cy="3122700"/>
          </a:xfrm>
          <a:prstGeom prst="roundRect">
            <a:avLst>
              <a:gd name="adj" fmla="val 5570"/>
            </a:avLst>
          </a:pr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3"/>
          <p:cNvSpPr/>
          <p:nvPr/>
        </p:nvSpPr>
        <p:spPr>
          <a:xfrm>
            <a:off x="4579546" y="1788875"/>
            <a:ext cx="3544500" cy="2696100"/>
          </a:xfrm>
          <a:prstGeom prst="roundRect">
            <a:avLst>
              <a:gd name="adj" fmla="val 2711"/>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4" name="Google Shape;884;p43"/>
          <p:cNvGrpSpPr/>
          <p:nvPr/>
        </p:nvGrpSpPr>
        <p:grpSpPr>
          <a:xfrm>
            <a:off x="926843" y="1611061"/>
            <a:ext cx="321650" cy="75600"/>
            <a:chOff x="482650" y="250775"/>
            <a:chExt cx="321650" cy="75600"/>
          </a:xfrm>
        </p:grpSpPr>
        <p:sp>
          <p:nvSpPr>
            <p:cNvPr id="885" name="Google Shape;885;p43"/>
            <p:cNvSpPr/>
            <p:nvPr/>
          </p:nvSpPr>
          <p:spPr>
            <a:xfrm>
              <a:off x="482650" y="250775"/>
              <a:ext cx="75600" cy="75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3"/>
            <p:cNvSpPr/>
            <p:nvPr/>
          </p:nvSpPr>
          <p:spPr>
            <a:xfrm>
              <a:off x="605675" y="250775"/>
              <a:ext cx="75600" cy="75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3"/>
            <p:cNvSpPr/>
            <p:nvPr/>
          </p:nvSpPr>
          <p:spPr>
            <a:xfrm>
              <a:off x="728700" y="250775"/>
              <a:ext cx="75600" cy="75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8" name="Google Shape;888;p43"/>
          <p:cNvSpPr/>
          <p:nvPr/>
        </p:nvSpPr>
        <p:spPr>
          <a:xfrm>
            <a:off x="814925" y="539503"/>
            <a:ext cx="7432399" cy="500753"/>
          </a:xfrm>
          <a:custGeom>
            <a:avLst/>
            <a:gdLst/>
            <a:ahLst/>
            <a:cxnLst/>
            <a:rect l="l" t="t" r="r" b="b"/>
            <a:pathLst>
              <a:path w="285176" h="20331" extrusionOk="0">
                <a:moveTo>
                  <a:pt x="10165" y="0"/>
                </a:moveTo>
                <a:cubicBezTo>
                  <a:pt x="4554" y="0"/>
                  <a:pt x="0" y="4554"/>
                  <a:pt x="0" y="10165"/>
                </a:cubicBezTo>
                <a:cubicBezTo>
                  <a:pt x="0" y="15776"/>
                  <a:pt x="4554" y="20330"/>
                  <a:pt x="10165" y="20330"/>
                </a:cubicBezTo>
                <a:lnTo>
                  <a:pt x="275010" y="20330"/>
                </a:lnTo>
                <a:cubicBezTo>
                  <a:pt x="280621" y="20330"/>
                  <a:pt x="285175" y="15776"/>
                  <a:pt x="285175" y="10165"/>
                </a:cubicBezTo>
                <a:cubicBezTo>
                  <a:pt x="285175" y="4554"/>
                  <a:pt x="280621" y="0"/>
                  <a:pt x="275010" y="0"/>
                </a:cubicBezTo>
                <a:close/>
              </a:path>
            </a:pathLst>
          </a:custGeom>
          <a:solidFill>
            <a:srgbClr val="FFFFFF"/>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3"/>
          <p:cNvSpPr/>
          <p:nvPr/>
        </p:nvSpPr>
        <p:spPr>
          <a:xfrm>
            <a:off x="1091993" y="595570"/>
            <a:ext cx="392151" cy="388620"/>
          </a:xfrm>
          <a:custGeom>
            <a:avLst/>
            <a:gdLst/>
            <a:ahLst/>
            <a:cxnLst/>
            <a:rect l="l" t="t" r="r" b="b"/>
            <a:pathLst>
              <a:path w="209147" h="207264" extrusionOk="0">
                <a:moveTo>
                  <a:pt x="90787" y="25958"/>
                </a:moveTo>
                <a:cubicBezTo>
                  <a:pt x="126698" y="25958"/>
                  <a:pt x="155750" y="55010"/>
                  <a:pt x="155750" y="90787"/>
                </a:cubicBezTo>
                <a:cubicBezTo>
                  <a:pt x="155750" y="126698"/>
                  <a:pt x="126698" y="155750"/>
                  <a:pt x="90787" y="155750"/>
                </a:cubicBezTo>
                <a:cubicBezTo>
                  <a:pt x="55010" y="155750"/>
                  <a:pt x="25958" y="126698"/>
                  <a:pt x="25958" y="90787"/>
                </a:cubicBezTo>
                <a:cubicBezTo>
                  <a:pt x="25958" y="55010"/>
                  <a:pt x="55010" y="25958"/>
                  <a:pt x="90787" y="25958"/>
                </a:cubicBezTo>
                <a:close/>
                <a:moveTo>
                  <a:pt x="90787" y="0"/>
                </a:moveTo>
                <a:cubicBezTo>
                  <a:pt x="40619" y="0"/>
                  <a:pt x="0" y="40619"/>
                  <a:pt x="0" y="90787"/>
                </a:cubicBezTo>
                <a:cubicBezTo>
                  <a:pt x="0" y="140955"/>
                  <a:pt x="40619" y="181709"/>
                  <a:pt x="90787" y="181709"/>
                </a:cubicBezTo>
                <a:cubicBezTo>
                  <a:pt x="108810" y="181709"/>
                  <a:pt x="125622" y="176194"/>
                  <a:pt x="139745" y="167183"/>
                </a:cubicBezTo>
                <a:lnTo>
                  <a:pt x="174042" y="201615"/>
                </a:lnTo>
                <a:cubicBezTo>
                  <a:pt x="177875" y="205381"/>
                  <a:pt x="182852" y="207264"/>
                  <a:pt x="187828" y="207264"/>
                </a:cubicBezTo>
                <a:cubicBezTo>
                  <a:pt x="192805" y="207264"/>
                  <a:pt x="197781" y="205381"/>
                  <a:pt x="201615" y="201615"/>
                </a:cubicBezTo>
                <a:cubicBezTo>
                  <a:pt x="209147" y="193948"/>
                  <a:pt x="209147" y="181709"/>
                  <a:pt x="201615" y="174042"/>
                </a:cubicBezTo>
                <a:lnTo>
                  <a:pt x="167183" y="139745"/>
                </a:lnTo>
                <a:cubicBezTo>
                  <a:pt x="176329" y="125622"/>
                  <a:pt x="181709" y="108810"/>
                  <a:pt x="181709" y="90787"/>
                </a:cubicBezTo>
                <a:cubicBezTo>
                  <a:pt x="181709" y="40619"/>
                  <a:pt x="140955" y="0"/>
                  <a:pt x="90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3"/>
          <p:cNvSpPr txBox="1">
            <a:spLocks noGrp="1"/>
          </p:cNvSpPr>
          <p:nvPr>
            <p:ph type="title"/>
          </p:nvPr>
        </p:nvSpPr>
        <p:spPr>
          <a:xfrm>
            <a:off x="1543600" y="541776"/>
            <a:ext cx="6483000" cy="475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3600"/>
              <a:buNone/>
              <a:defRPr b="1">
                <a:solidFill>
                  <a:schemeClr val="accent4"/>
                </a:solidFill>
              </a:defRPr>
            </a:lvl1pPr>
            <a:lvl2pPr lvl="1" algn="ctr" rtl="0">
              <a:spcBef>
                <a:spcPts val="0"/>
              </a:spcBef>
              <a:spcAft>
                <a:spcPts val="0"/>
              </a:spcAft>
              <a:buClr>
                <a:schemeClr val="accent4"/>
              </a:buClr>
              <a:buSzPts val="3600"/>
              <a:buNone/>
              <a:defRPr sz="3600">
                <a:solidFill>
                  <a:schemeClr val="accent4"/>
                </a:solidFill>
              </a:defRPr>
            </a:lvl2pPr>
            <a:lvl3pPr lvl="2" algn="ctr" rtl="0">
              <a:spcBef>
                <a:spcPts val="0"/>
              </a:spcBef>
              <a:spcAft>
                <a:spcPts val="0"/>
              </a:spcAft>
              <a:buClr>
                <a:schemeClr val="accent4"/>
              </a:buClr>
              <a:buSzPts val="3600"/>
              <a:buNone/>
              <a:defRPr sz="3600">
                <a:solidFill>
                  <a:schemeClr val="accent4"/>
                </a:solidFill>
              </a:defRPr>
            </a:lvl3pPr>
            <a:lvl4pPr lvl="3" algn="ctr" rtl="0">
              <a:spcBef>
                <a:spcPts val="0"/>
              </a:spcBef>
              <a:spcAft>
                <a:spcPts val="0"/>
              </a:spcAft>
              <a:buClr>
                <a:schemeClr val="accent4"/>
              </a:buClr>
              <a:buSzPts val="3600"/>
              <a:buNone/>
              <a:defRPr sz="3600">
                <a:solidFill>
                  <a:schemeClr val="accent4"/>
                </a:solidFill>
              </a:defRPr>
            </a:lvl4pPr>
            <a:lvl5pPr lvl="4" algn="ctr" rtl="0">
              <a:spcBef>
                <a:spcPts val="0"/>
              </a:spcBef>
              <a:spcAft>
                <a:spcPts val="0"/>
              </a:spcAft>
              <a:buClr>
                <a:schemeClr val="accent4"/>
              </a:buClr>
              <a:buSzPts val="3600"/>
              <a:buNone/>
              <a:defRPr sz="3600">
                <a:solidFill>
                  <a:schemeClr val="accent4"/>
                </a:solidFill>
              </a:defRPr>
            </a:lvl5pPr>
            <a:lvl6pPr lvl="5" algn="ctr" rtl="0">
              <a:spcBef>
                <a:spcPts val="0"/>
              </a:spcBef>
              <a:spcAft>
                <a:spcPts val="0"/>
              </a:spcAft>
              <a:buClr>
                <a:schemeClr val="accent4"/>
              </a:buClr>
              <a:buSzPts val="3600"/>
              <a:buNone/>
              <a:defRPr sz="3600">
                <a:solidFill>
                  <a:schemeClr val="accent4"/>
                </a:solidFill>
              </a:defRPr>
            </a:lvl6pPr>
            <a:lvl7pPr lvl="6" algn="ctr" rtl="0">
              <a:spcBef>
                <a:spcPts val="0"/>
              </a:spcBef>
              <a:spcAft>
                <a:spcPts val="0"/>
              </a:spcAft>
              <a:buClr>
                <a:schemeClr val="accent4"/>
              </a:buClr>
              <a:buSzPts val="3600"/>
              <a:buNone/>
              <a:defRPr sz="3600">
                <a:solidFill>
                  <a:schemeClr val="accent4"/>
                </a:solidFill>
              </a:defRPr>
            </a:lvl7pPr>
            <a:lvl8pPr lvl="7" algn="ctr" rtl="0">
              <a:spcBef>
                <a:spcPts val="0"/>
              </a:spcBef>
              <a:spcAft>
                <a:spcPts val="0"/>
              </a:spcAft>
              <a:buClr>
                <a:schemeClr val="accent4"/>
              </a:buClr>
              <a:buSzPts val="3600"/>
              <a:buNone/>
              <a:defRPr sz="3600">
                <a:solidFill>
                  <a:schemeClr val="accent4"/>
                </a:solidFill>
              </a:defRPr>
            </a:lvl8pPr>
            <a:lvl9pPr lvl="8" algn="ctr" rtl="0">
              <a:spcBef>
                <a:spcPts val="0"/>
              </a:spcBef>
              <a:spcAft>
                <a:spcPts val="0"/>
              </a:spcAft>
              <a:buClr>
                <a:schemeClr val="accent4"/>
              </a:buClr>
              <a:buSzPts val="3600"/>
              <a:buNone/>
              <a:defRPr sz="3600">
                <a:solidFill>
                  <a:schemeClr val="accent4"/>
                </a:solidFill>
              </a:defRPr>
            </a:lvl9pPr>
          </a:lstStyle>
          <a:p>
            <a:endParaRPr/>
          </a:p>
        </p:txBody>
      </p:sp>
      <p:sp>
        <p:nvSpPr>
          <p:cNvPr id="891" name="Google Shape;891;p43"/>
          <p:cNvSpPr txBox="1">
            <a:spLocks noGrp="1"/>
          </p:cNvSpPr>
          <p:nvPr>
            <p:ph type="subTitle" idx="1"/>
          </p:nvPr>
        </p:nvSpPr>
        <p:spPr>
          <a:xfrm>
            <a:off x="4579550" y="2406425"/>
            <a:ext cx="3544500" cy="1461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6500" b="1">
                <a:solidFill>
                  <a:schemeClr val="accent4"/>
                </a:solidFill>
              </a:defRPr>
            </a:lvl1pPr>
            <a:lvl2pPr lvl="1" algn="ctr" rtl="0">
              <a:lnSpc>
                <a:spcPct val="100000"/>
              </a:lnSpc>
              <a:spcBef>
                <a:spcPts val="0"/>
              </a:spcBef>
              <a:spcAft>
                <a:spcPts val="0"/>
              </a:spcAft>
              <a:buNone/>
              <a:defRPr sz="6500" b="1">
                <a:solidFill>
                  <a:schemeClr val="accent4"/>
                </a:solidFill>
              </a:defRPr>
            </a:lvl2pPr>
            <a:lvl3pPr lvl="2" algn="ctr" rtl="0">
              <a:lnSpc>
                <a:spcPct val="100000"/>
              </a:lnSpc>
              <a:spcBef>
                <a:spcPts val="0"/>
              </a:spcBef>
              <a:spcAft>
                <a:spcPts val="0"/>
              </a:spcAft>
              <a:buNone/>
              <a:defRPr sz="6500" b="1">
                <a:solidFill>
                  <a:schemeClr val="accent4"/>
                </a:solidFill>
              </a:defRPr>
            </a:lvl3pPr>
            <a:lvl4pPr lvl="3" algn="ctr" rtl="0">
              <a:lnSpc>
                <a:spcPct val="100000"/>
              </a:lnSpc>
              <a:spcBef>
                <a:spcPts val="0"/>
              </a:spcBef>
              <a:spcAft>
                <a:spcPts val="0"/>
              </a:spcAft>
              <a:buNone/>
              <a:defRPr sz="6500" b="1">
                <a:solidFill>
                  <a:schemeClr val="accent4"/>
                </a:solidFill>
              </a:defRPr>
            </a:lvl4pPr>
            <a:lvl5pPr lvl="4" algn="ctr" rtl="0">
              <a:lnSpc>
                <a:spcPct val="100000"/>
              </a:lnSpc>
              <a:spcBef>
                <a:spcPts val="0"/>
              </a:spcBef>
              <a:spcAft>
                <a:spcPts val="0"/>
              </a:spcAft>
              <a:buNone/>
              <a:defRPr sz="6500" b="1">
                <a:solidFill>
                  <a:schemeClr val="accent4"/>
                </a:solidFill>
              </a:defRPr>
            </a:lvl5pPr>
            <a:lvl6pPr lvl="5" algn="ctr" rtl="0">
              <a:lnSpc>
                <a:spcPct val="100000"/>
              </a:lnSpc>
              <a:spcBef>
                <a:spcPts val="0"/>
              </a:spcBef>
              <a:spcAft>
                <a:spcPts val="0"/>
              </a:spcAft>
              <a:buNone/>
              <a:defRPr sz="6500" b="1">
                <a:solidFill>
                  <a:schemeClr val="accent4"/>
                </a:solidFill>
              </a:defRPr>
            </a:lvl6pPr>
            <a:lvl7pPr lvl="6" algn="ctr" rtl="0">
              <a:lnSpc>
                <a:spcPct val="100000"/>
              </a:lnSpc>
              <a:spcBef>
                <a:spcPts val="0"/>
              </a:spcBef>
              <a:spcAft>
                <a:spcPts val="0"/>
              </a:spcAft>
              <a:buNone/>
              <a:defRPr sz="6500" b="1">
                <a:solidFill>
                  <a:schemeClr val="accent4"/>
                </a:solidFill>
              </a:defRPr>
            </a:lvl7pPr>
            <a:lvl8pPr lvl="7" algn="ctr" rtl="0">
              <a:lnSpc>
                <a:spcPct val="100000"/>
              </a:lnSpc>
              <a:spcBef>
                <a:spcPts val="0"/>
              </a:spcBef>
              <a:spcAft>
                <a:spcPts val="0"/>
              </a:spcAft>
              <a:buNone/>
              <a:defRPr sz="6500" b="1">
                <a:solidFill>
                  <a:schemeClr val="accent4"/>
                </a:solidFill>
              </a:defRPr>
            </a:lvl8pPr>
            <a:lvl9pPr lvl="8" algn="ctr" rtl="0">
              <a:lnSpc>
                <a:spcPct val="100000"/>
              </a:lnSpc>
              <a:spcBef>
                <a:spcPts val="0"/>
              </a:spcBef>
              <a:spcAft>
                <a:spcPts val="0"/>
              </a:spcAft>
              <a:buNone/>
              <a:defRPr sz="6500" b="1">
                <a:solidFill>
                  <a:schemeClr val="accent4"/>
                </a:solidFill>
              </a:defRPr>
            </a:lvl9pPr>
          </a:lstStyle>
          <a:p>
            <a:endParaRPr/>
          </a:p>
        </p:txBody>
      </p:sp>
      <p:grpSp>
        <p:nvGrpSpPr>
          <p:cNvPr id="892" name="Google Shape;892;p43"/>
          <p:cNvGrpSpPr/>
          <p:nvPr/>
        </p:nvGrpSpPr>
        <p:grpSpPr>
          <a:xfrm>
            <a:off x="326011" y="326378"/>
            <a:ext cx="2449272" cy="4547269"/>
            <a:chOff x="326011" y="326378"/>
            <a:chExt cx="2449272" cy="4547269"/>
          </a:xfrm>
        </p:grpSpPr>
        <p:sp>
          <p:nvSpPr>
            <p:cNvPr id="893" name="Google Shape;893;p43"/>
            <p:cNvSpPr/>
            <p:nvPr/>
          </p:nvSpPr>
          <p:spPr>
            <a:xfrm>
              <a:off x="2558647" y="4821463"/>
              <a:ext cx="216636"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3"/>
            <p:cNvSpPr/>
            <p:nvPr/>
          </p:nvSpPr>
          <p:spPr>
            <a:xfrm>
              <a:off x="611317" y="348128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3"/>
            <p:cNvSpPr/>
            <p:nvPr/>
          </p:nvSpPr>
          <p:spPr>
            <a:xfrm>
              <a:off x="750617" y="1246452"/>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3"/>
            <p:cNvSpPr/>
            <p:nvPr/>
          </p:nvSpPr>
          <p:spPr>
            <a:xfrm>
              <a:off x="380067" y="77988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3"/>
            <p:cNvSpPr/>
            <p:nvPr/>
          </p:nvSpPr>
          <p:spPr>
            <a:xfrm>
              <a:off x="552867" y="4576414"/>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3"/>
            <p:cNvSpPr/>
            <p:nvPr/>
          </p:nvSpPr>
          <p:spPr>
            <a:xfrm>
              <a:off x="444367" y="2791127"/>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3"/>
            <p:cNvSpPr/>
            <p:nvPr/>
          </p:nvSpPr>
          <p:spPr>
            <a:xfrm>
              <a:off x="326011" y="1797625"/>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3"/>
            <p:cNvSpPr/>
            <p:nvPr/>
          </p:nvSpPr>
          <p:spPr>
            <a:xfrm>
              <a:off x="1375100" y="326378"/>
              <a:ext cx="64293" cy="64293"/>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3"/>
            <p:cNvSpPr/>
            <p:nvPr/>
          </p:nvSpPr>
          <p:spPr>
            <a:xfrm>
              <a:off x="1375092" y="480933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3"/>
            <p:cNvSpPr/>
            <p:nvPr/>
          </p:nvSpPr>
          <p:spPr>
            <a:xfrm>
              <a:off x="369936" y="1070700"/>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2"/>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545312" y="541776"/>
            <a:ext cx="6483000" cy="4755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800"/>
              <a:buFont typeface="Ubuntu"/>
              <a:buNone/>
              <a:defRPr sz="2800" b="1">
                <a:solidFill>
                  <a:schemeClr val="dk1"/>
                </a:solidFill>
                <a:latin typeface="Ubuntu"/>
                <a:ea typeface="Ubuntu"/>
                <a:cs typeface="Ubuntu"/>
                <a:sym typeface="Ubuntu"/>
              </a:defRPr>
            </a:lvl1pPr>
            <a:lvl2pPr lvl="1">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2pPr>
            <a:lvl3pPr lvl="2">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3pPr>
            <a:lvl4pPr lvl="3">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4pPr>
            <a:lvl5pPr lvl="4">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5pPr>
            <a:lvl6pPr lvl="5">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6pPr>
            <a:lvl7pPr lvl="6">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7pPr>
            <a:lvl8pPr lvl="7">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8pPr>
            <a:lvl9pPr lvl="8">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9pPr>
          </a:lstStyle>
          <a:p>
            <a:endParaRPr/>
          </a:p>
        </p:txBody>
      </p:sp>
      <p:sp>
        <p:nvSpPr>
          <p:cNvPr id="7" name="Google Shape;7;p1"/>
          <p:cNvSpPr txBox="1">
            <a:spLocks noGrp="1"/>
          </p:cNvSpPr>
          <p:nvPr>
            <p:ph type="body" idx="1"/>
          </p:nvPr>
        </p:nvSpPr>
        <p:spPr>
          <a:xfrm>
            <a:off x="506850" y="1152475"/>
            <a:ext cx="83253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Ubuntu"/>
              <a:buChar char="●"/>
              <a:defRPr sz="1800">
                <a:solidFill>
                  <a:schemeClr val="dk1"/>
                </a:solidFill>
                <a:latin typeface="Ubuntu"/>
                <a:ea typeface="Ubuntu"/>
                <a:cs typeface="Ubuntu"/>
                <a:sym typeface="Ubuntu"/>
              </a:defRPr>
            </a:lvl1pPr>
            <a:lvl2pPr marL="914400" lvl="1" indent="-317500">
              <a:lnSpc>
                <a:spcPct val="115000"/>
              </a:lnSpc>
              <a:spcBef>
                <a:spcPts val="1600"/>
              </a:spcBef>
              <a:spcAft>
                <a:spcPts val="0"/>
              </a:spcAft>
              <a:buClr>
                <a:schemeClr val="dk1"/>
              </a:buClr>
              <a:buSzPts val="1400"/>
              <a:buFont typeface="Ubuntu"/>
              <a:buChar char="○"/>
              <a:defRPr>
                <a:solidFill>
                  <a:schemeClr val="dk1"/>
                </a:solidFill>
                <a:latin typeface="Ubuntu"/>
                <a:ea typeface="Ubuntu"/>
                <a:cs typeface="Ubuntu"/>
                <a:sym typeface="Ubuntu"/>
              </a:defRPr>
            </a:lvl2pPr>
            <a:lvl3pPr marL="1371600" lvl="2" indent="-317500">
              <a:lnSpc>
                <a:spcPct val="115000"/>
              </a:lnSpc>
              <a:spcBef>
                <a:spcPts val="1600"/>
              </a:spcBef>
              <a:spcAft>
                <a:spcPts val="0"/>
              </a:spcAft>
              <a:buClr>
                <a:schemeClr val="dk1"/>
              </a:buClr>
              <a:buSzPts val="1400"/>
              <a:buFont typeface="Ubuntu"/>
              <a:buChar char="■"/>
              <a:defRPr>
                <a:solidFill>
                  <a:schemeClr val="dk1"/>
                </a:solidFill>
                <a:latin typeface="Ubuntu"/>
                <a:ea typeface="Ubuntu"/>
                <a:cs typeface="Ubuntu"/>
                <a:sym typeface="Ubuntu"/>
              </a:defRPr>
            </a:lvl3pPr>
            <a:lvl4pPr marL="1828800" lvl="3" indent="-317500">
              <a:lnSpc>
                <a:spcPct val="115000"/>
              </a:lnSpc>
              <a:spcBef>
                <a:spcPts val="1600"/>
              </a:spcBef>
              <a:spcAft>
                <a:spcPts val="0"/>
              </a:spcAft>
              <a:buClr>
                <a:schemeClr val="dk1"/>
              </a:buClr>
              <a:buSzPts val="1400"/>
              <a:buFont typeface="Ubuntu"/>
              <a:buChar char="●"/>
              <a:defRPr>
                <a:solidFill>
                  <a:schemeClr val="dk1"/>
                </a:solidFill>
                <a:latin typeface="Ubuntu"/>
                <a:ea typeface="Ubuntu"/>
                <a:cs typeface="Ubuntu"/>
                <a:sym typeface="Ubuntu"/>
              </a:defRPr>
            </a:lvl4pPr>
            <a:lvl5pPr marL="2286000" lvl="4" indent="-317500">
              <a:lnSpc>
                <a:spcPct val="115000"/>
              </a:lnSpc>
              <a:spcBef>
                <a:spcPts val="1600"/>
              </a:spcBef>
              <a:spcAft>
                <a:spcPts val="0"/>
              </a:spcAft>
              <a:buClr>
                <a:schemeClr val="dk1"/>
              </a:buClr>
              <a:buSzPts val="1400"/>
              <a:buFont typeface="Ubuntu"/>
              <a:buChar char="○"/>
              <a:defRPr>
                <a:solidFill>
                  <a:schemeClr val="dk1"/>
                </a:solidFill>
                <a:latin typeface="Ubuntu"/>
                <a:ea typeface="Ubuntu"/>
                <a:cs typeface="Ubuntu"/>
                <a:sym typeface="Ubuntu"/>
              </a:defRPr>
            </a:lvl5pPr>
            <a:lvl6pPr marL="2743200" lvl="5" indent="-317500">
              <a:lnSpc>
                <a:spcPct val="115000"/>
              </a:lnSpc>
              <a:spcBef>
                <a:spcPts val="1600"/>
              </a:spcBef>
              <a:spcAft>
                <a:spcPts val="0"/>
              </a:spcAft>
              <a:buClr>
                <a:schemeClr val="dk1"/>
              </a:buClr>
              <a:buSzPts val="1400"/>
              <a:buFont typeface="Ubuntu"/>
              <a:buChar char="■"/>
              <a:defRPr>
                <a:solidFill>
                  <a:schemeClr val="dk1"/>
                </a:solidFill>
                <a:latin typeface="Ubuntu"/>
                <a:ea typeface="Ubuntu"/>
                <a:cs typeface="Ubuntu"/>
                <a:sym typeface="Ubuntu"/>
              </a:defRPr>
            </a:lvl6pPr>
            <a:lvl7pPr marL="3200400" lvl="6" indent="-317500">
              <a:lnSpc>
                <a:spcPct val="115000"/>
              </a:lnSpc>
              <a:spcBef>
                <a:spcPts val="1600"/>
              </a:spcBef>
              <a:spcAft>
                <a:spcPts val="0"/>
              </a:spcAft>
              <a:buClr>
                <a:schemeClr val="dk1"/>
              </a:buClr>
              <a:buSzPts val="1400"/>
              <a:buFont typeface="Ubuntu"/>
              <a:buChar char="●"/>
              <a:defRPr>
                <a:solidFill>
                  <a:schemeClr val="dk1"/>
                </a:solidFill>
                <a:latin typeface="Ubuntu"/>
                <a:ea typeface="Ubuntu"/>
                <a:cs typeface="Ubuntu"/>
                <a:sym typeface="Ubuntu"/>
              </a:defRPr>
            </a:lvl7pPr>
            <a:lvl8pPr marL="3657600" lvl="7" indent="-317500">
              <a:lnSpc>
                <a:spcPct val="115000"/>
              </a:lnSpc>
              <a:spcBef>
                <a:spcPts val="1600"/>
              </a:spcBef>
              <a:spcAft>
                <a:spcPts val="0"/>
              </a:spcAft>
              <a:buClr>
                <a:schemeClr val="dk1"/>
              </a:buClr>
              <a:buSzPts val="1400"/>
              <a:buFont typeface="Ubuntu"/>
              <a:buChar char="○"/>
              <a:defRPr>
                <a:solidFill>
                  <a:schemeClr val="dk1"/>
                </a:solidFill>
                <a:latin typeface="Ubuntu"/>
                <a:ea typeface="Ubuntu"/>
                <a:cs typeface="Ubuntu"/>
                <a:sym typeface="Ubuntu"/>
              </a:defRPr>
            </a:lvl8pPr>
            <a:lvl9pPr marL="4114800" lvl="8" indent="-317500">
              <a:lnSpc>
                <a:spcPct val="115000"/>
              </a:lnSpc>
              <a:spcBef>
                <a:spcPts val="1600"/>
              </a:spcBef>
              <a:spcAft>
                <a:spcPts val="1600"/>
              </a:spcAft>
              <a:buClr>
                <a:schemeClr val="dk1"/>
              </a:buClr>
              <a:buSzPts val="1400"/>
              <a:buFont typeface="Ubuntu"/>
              <a:buChar char="■"/>
              <a:defRPr>
                <a:solidFill>
                  <a:schemeClr val="dk1"/>
                </a:solidFill>
                <a:latin typeface="Ubuntu"/>
                <a:ea typeface="Ubuntu"/>
                <a:cs typeface="Ubuntu"/>
                <a:sym typeface="Ubuntu"/>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8" r:id="rId4"/>
    <p:sldLayoutId id="2147483674" r:id="rId5"/>
    <p:sldLayoutId id="2147483677" r:id="rId6"/>
    <p:sldLayoutId id="214748368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5.xml"/><Relationship Id="rId4"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5.xml"/><Relationship Id="rId4" Type="http://schemas.openxmlformats.org/officeDocument/2006/relationships/slide" Target="slide3.xml"/><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241"/>
        <p:cNvGrpSpPr/>
        <p:nvPr/>
      </p:nvGrpSpPr>
      <p:grpSpPr>
        <a:xfrm>
          <a:off x="0" y="0"/>
          <a:ext cx="0" cy="0"/>
          <a:chOff x="0" y="0"/>
          <a:chExt cx="0" cy="0"/>
        </a:xfrm>
      </p:grpSpPr>
      <p:sp>
        <p:nvSpPr>
          <p:cNvPr id="1242" name="Google Shape;1242;p60"/>
          <p:cNvSpPr txBox="1">
            <a:spLocks noGrp="1"/>
          </p:cNvSpPr>
          <p:nvPr>
            <p:ph type="ctrTitle"/>
          </p:nvPr>
        </p:nvSpPr>
        <p:spPr>
          <a:xfrm>
            <a:off x="1506292" y="1513485"/>
            <a:ext cx="6131415" cy="46777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200" dirty="0" err="1">
                <a:solidFill>
                  <a:schemeClr val="accent3"/>
                </a:solidFill>
              </a:rPr>
              <a:t>P</a:t>
            </a:r>
            <a:r>
              <a:rPr lang="en-US" sz="3200" dirty="0" err="1">
                <a:solidFill>
                  <a:schemeClr val="accent1">
                    <a:lumMod val="75000"/>
                  </a:schemeClr>
                </a:solidFill>
              </a:rPr>
              <a:t>e</a:t>
            </a:r>
            <a:r>
              <a:rPr lang="en-US" sz="3200" dirty="0" err="1">
                <a:solidFill>
                  <a:schemeClr val="accent4">
                    <a:lumMod val="75000"/>
                  </a:schemeClr>
                </a:solidFill>
              </a:rPr>
              <a:t>ma</a:t>
            </a:r>
            <a:r>
              <a:rPr lang="en-US" sz="3200" dirty="0" err="1">
                <a:solidFill>
                  <a:schemeClr val="accent3"/>
                </a:solidFill>
              </a:rPr>
              <a:t>nf</a:t>
            </a:r>
            <a:r>
              <a:rPr lang="en-US" sz="3200" dirty="0" err="1">
                <a:solidFill>
                  <a:schemeClr val="accent1">
                    <a:lumMod val="75000"/>
                  </a:schemeClr>
                </a:solidFill>
              </a:rPr>
              <a:t>at</a:t>
            </a:r>
            <a:r>
              <a:rPr lang="en-US" sz="3200" dirty="0" err="1">
                <a:solidFill>
                  <a:schemeClr val="accent3"/>
                </a:solidFill>
              </a:rPr>
              <a:t>an</a:t>
            </a:r>
            <a:r>
              <a:rPr lang="en-US" sz="3200" dirty="0">
                <a:solidFill>
                  <a:schemeClr val="accent3"/>
                </a:solidFill>
              </a:rPr>
              <a:t> </a:t>
            </a:r>
            <a:r>
              <a:rPr lang="en-US" sz="3200" dirty="0">
                <a:solidFill>
                  <a:schemeClr val="accent4">
                    <a:lumMod val="75000"/>
                  </a:schemeClr>
                </a:solidFill>
              </a:rPr>
              <a:t>Goo</a:t>
            </a:r>
            <a:r>
              <a:rPr lang="en-US" sz="3200" dirty="0">
                <a:solidFill>
                  <a:schemeClr val="accent1">
                    <a:lumMod val="75000"/>
                  </a:schemeClr>
                </a:solidFill>
              </a:rPr>
              <a:t>gle An</a:t>
            </a:r>
            <a:r>
              <a:rPr lang="en-US" sz="3200" dirty="0">
                <a:solidFill>
                  <a:schemeClr val="accent4">
                    <a:lumMod val="75000"/>
                  </a:schemeClr>
                </a:solidFill>
              </a:rPr>
              <a:t>al</a:t>
            </a:r>
            <a:r>
              <a:rPr lang="en-US" sz="3200" dirty="0">
                <a:solidFill>
                  <a:schemeClr val="accent3"/>
                </a:solidFill>
              </a:rPr>
              <a:t>yt</a:t>
            </a:r>
            <a:r>
              <a:rPr lang="en-US" sz="3200" dirty="0">
                <a:solidFill>
                  <a:schemeClr val="accent4">
                    <a:lumMod val="75000"/>
                  </a:schemeClr>
                </a:solidFill>
              </a:rPr>
              <a:t>i</a:t>
            </a:r>
            <a:r>
              <a:rPr lang="en-US" sz="3200" dirty="0">
                <a:solidFill>
                  <a:schemeClr val="accent1">
                    <a:lumMod val="75000"/>
                  </a:schemeClr>
                </a:solidFill>
              </a:rPr>
              <a:t>cs </a:t>
            </a:r>
            <a:r>
              <a:rPr lang="en-US" sz="3200" dirty="0" err="1">
                <a:solidFill>
                  <a:schemeClr val="accent4">
                    <a:lumMod val="75000"/>
                  </a:schemeClr>
                </a:solidFill>
              </a:rPr>
              <a:t>Sebagai</a:t>
            </a:r>
            <a:r>
              <a:rPr lang="en-US" sz="3200" dirty="0">
                <a:solidFill>
                  <a:schemeClr val="accent4">
                    <a:lumMod val="75000"/>
                  </a:schemeClr>
                </a:solidFill>
              </a:rPr>
              <a:t> </a:t>
            </a:r>
            <a:r>
              <a:rPr lang="en-US" sz="3200" dirty="0">
                <a:solidFill>
                  <a:schemeClr val="accent1">
                    <a:lumMod val="75000"/>
                  </a:schemeClr>
                </a:solidFill>
              </a:rPr>
              <a:t>Alat </a:t>
            </a:r>
            <a:r>
              <a:rPr lang="en-US" sz="3200" dirty="0" err="1">
                <a:solidFill>
                  <a:schemeClr val="accent3"/>
                </a:solidFill>
              </a:rPr>
              <a:t>Analisis</a:t>
            </a:r>
            <a:r>
              <a:rPr lang="en-US" sz="3200" dirty="0">
                <a:solidFill>
                  <a:schemeClr val="accent3"/>
                </a:solidFill>
              </a:rPr>
              <a:t> </a:t>
            </a:r>
            <a:r>
              <a:rPr lang="en-US" sz="3200" dirty="0" err="1">
                <a:solidFill>
                  <a:schemeClr val="accent4">
                    <a:lumMod val="75000"/>
                  </a:schemeClr>
                </a:solidFill>
              </a:rPr>
              <a:t>Pengunjung</a:t>
            </a:r>
            <a:r>
              <a:rPr lang="en-US" sz="3200" dirty="0">
                <a:solidFill>
                  <a:schemeClr val="accent1">
                    <a:lumMod val="75000"/>
                  </a:schemeClr>
                </a:solidFill>
              </a:rPr>
              <a:t> Website</a:t>
            </a:r>
            <a:endParaRPr lang="en-US" sz="3200" dirty="0">
              <a:solidFill>
                <a:schemeClr val="accent3"/>
              </a:solidFill>
            </a:endParaRPr>
          </a:p>
        </p:txBody>
      </p:sp>
      <p:sp>
        <p:nvSpPr>
          <p:cNvPr id="1243" name="Google Shape;1243;p60"/>
          <p:cNvSpPr txBox="1">
            <a:spLocks noGrp="1"/>
          </p:cNvSpPr>
          <p:nvPr>
            <p:ph type="subTitle" idx="1"/>
          </p:nvPr>
        </p:nvSpPr>
        <p:spPr>
          <a:xfrm>
            <a:off x="1334740" y="1859199"/>
            <a:ext cx="5373900" cy="520500"/>
          </a:xfrm>
          <a:prstGeom prst="rect">
            <a:avLst/>
          </a:prstGeom>
        </p:spPr>
        <p:txBody>
          <a:bodyPr spcFirstLastPara="1" wrap="square" lIns="91425" tIns="91425" rIns="91425" bIns="91425" anchor="ctr" anchorCtr="0">
            <a:noAutofit/>
          </a:bodyPr>
          <a:lstStyle/>
          <a:p>
            <a:pPr marL="0" lvl="0" indent="0"/>
            <a:r>
              <a:rPr lang="en-US" dirty="0">
                <a:solidFill>
                  <a:schemeClr val="accent1"/>
                </a:solidFill>
              </a:rPr>
              <a:t>…………………………………..</a:t>
            </a:r>
            <a:endParaRPr dirty="0">
              <a:solidFill>
                <a:schemeClr val="accent1"/>
              </a:solidFill>
            </a:endParaRPr>
          </a:p>
        </p:txBody>
      </p:sp>
      <p:cxnSp>
        <p:nvCxnSpPr>
          <p:cNvPr id="1244" name="Google Shape;1244;p60"/>
          <p:cNvCxnSpPr/>
          <p:nvPr/>
        </p:nvCxnSpPr>
        <p:spPr>
          <a:xfrm>
            <a:off x="6830425" y="1981262"/>
            <a:ext cx="0" cy="366600"/>
          </a:xfrm>
          <a:prstGeom prst="straightConnector1">
            <a:avLst/>
          </a:prstGeom>
          <a:noFill/>
          <a:ln w="9525" cap="flat" cmpd="sng">
            <a:solidFill>
              <a:schemeClr val="dk2"/>
            </a:solidFill>
            <a:prstDash val="solid"/>
            <a:round/>
            <a:headEnd type="none" w="med" len="med"/>
            <a:tailEnd type="none" w="med" len="med"/>
          </a:ln>
        </p:spPr>
      </p:cxnSp>
      <p:pic>
        <p:nvPicPr>
          <p:cNvPr id="8" name="Picture 7">
            <a:extLst>
              <a:ext uri="{FF2B5EF4-FFF2-40B4-BE49-F238E27FC236}">
                <a16:creationId xmlns:a16="http://schemas.microsoft.com/office/drawing/2014/main" id="{8A8A6372-E929-81EE-7A97-77DE997CCB60}"/>
              </a:ext>
            </a:extLst>
          </p:cNvPr>
          <p:cNvPicPr>
            <a:picLocks noChangeAspect="1"/>
          </p:cNvPicPr>
          <p:nvPr/>
        </p:nvPicPr>
        <p:blipFill>
          <a:blip r:embed="rId3"/>
          <a:stretch>
            <a:fillRect/>
          </a:stretch>
        </p:blipFill>
        <p:spPr>
          <a:xfrm>
            <a:off x="3804727" y="2571750"/>
            <a:ext cx="1341312" cy="1221615"/>
          </a:xfrm>
          <a:prstGeom prst="rect">
            <a:avLst/>
          </a:prstGeom>
        </p:spPr>
      </p:pic>
      <p:sp>
        <p:nvSpPr>
          <p:cNvPr id="5" name="Google Shape;1242;p60">
            <a:extLst>
              <a:ext uri="{FF2B5EF4-FFF2-40B4-BE49-F238E27FC236}">
                <a16:creationId xmlns:a16="http://schemas.microsoft.com/office/drawing/2014/main" id="{225EF5A8-5F0F-B433-7728-9CF68E9C9FF5}"/>
              </a:ext>
            </a:extLst>
          </p:cNvPr>
          <p:cNvSpPr txBox="1">
            <a:spLocks/>
          </p:cNvSpPr>
          <p:nvPr/>
        </p:nvSpPr>
        <p:spPr>
          <a:xfrm>
            <a:off x="1409676" y="3849164"/>
            <a:ext cx="6131415" cy="46777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Ubuntu"/>
              <a:buNone/>
              <a:defRPr sz="4600" b="1" i="0" u="none" strike="noStrike" cap="none">
                <a:solidFill>
                  <a:schemeClr val="dk1"/>
                </a:solidFill>
                <a:latin typeface="Ubuntu"/>
                <a:ea typeface="Ubuntu"/>
                <a:cs typeface="Ubuntu"/>
                <a:sym typeface="Ubuntu"/>
              </a:defRPr>
            </a:lvl1pPr>
            <a:lvl2pPr marR="0" lvl="1"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2pPr>
            <a:lvl3pPr marR="0" lvl="2"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3pPr>
            <a:lvl4pPr marR="0" lvl="3"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4pPr>
            <a:lvl5pPr marR="0" lvl="4"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5pPr>
            <a:lvl6pPr marR="0" lvl="5"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6pPr>
            <a:lvl7pPr marR="0" lvl="6"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7pPr>
            <a:lvl8pPr marR="0" lvl="7"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8pPr>
            <a:lvl9pPr marR="0" lvl="8"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9pPr>
          </a:lstStyle>
          <a:p>
            <a:r>
              <a:rPr lang="en-US" sz="3600" dirty="0" err="1">
                <a:solidFill>
                  <a:schemeClr val="accent4">
                    <a:lumMod val="75000"/>
                  </a:schemeClr>
                </a:solidFill>
              </a:rPr>
              <a:t>Kelompok</a:t>
            </a:r>
            <a:r>
              <a:rPr lang="en-US" sz="3600" dirty="0">
                <a:solidFill>
                  <a:schemeClr val="accent4">
                    <a:lumMod val="75000"/>
                  </a:schemeClr>
                </a:solidFill>
              </a:rPr>
              <a:t> </a:t>
            </a:r>
            <a:r>
              <a:rPr lang="en-US" sz="3600" dirty="0">
                <a:solidFill>
                  <a:schemeClr val="accent3"/>
                </a:solidFill>
              </a:rPr>
              <a:t>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1295"/>
        <p:cNvGrpSpPr/>
        <p:nvPr/>
      </p:nvGrpSpPr>
      <p:grpSpPr>
        <a:xfrm>
          <a:off x="0" y="0"/>
          <a:ext cx="0" cy="0"/>
          <a:chOff x="0" y="0"/>
          <a:chExt cx="0" cy="0"/>
        </a:xfrm>
      </p:grpSpPr>
      <p:sp>
        <p:nvSpPr>
          <p:cNvPr id="1296" name="Google Shape;1296;p61"/>
          <p:cNvSpPr txBox="1">
            <a:spLocks noGrp="1"/>
          </p:cNvSpPr>
          <p:nvPr>
            <p:ph type="title"/>
          </p:nvPr>
        </p:nvSpPr>
        <p:spPr>
          <a:xfrm>
            <a:off x="1485522" y="561835"/>
            <a:ext cx="6145832" cy="45305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000" dirty="0" err="1">
                <a:solidFill>
                  <a:schemeClr val="accent1"/>
                </a:solidFill>
              </a:rPr>
              <a:t>Analisis</a:t>
            </a:r>
            <a:r>
              <a:rPr lang="en-US" sz="2000" dirty="0">
                <a:solidFill>
                  <a:schemeClr val="accent1"/>
                </a:solidFill>
              </a:rPr>
              <a:t> </a:t>
            </a:r>
            <a:r>
              <a:rPr lang="en-US" sz="2000" dirty="0" err="1">
                <a:solidFill>
                  <a:schemeClr val="accent1"/>
                </a:solidFill>
              </a:rPr>
              <a:t>Pengunjung</a:t>
            </a:r>
            <a:r>
              <a:rPr lang="en-US" sz="2000" dirty="0">
                <a:solidFill>
                  <a:schemeClr val="accent1"/>
                </a:solidFill>
              </a:rPr>
              <a:t> Platform Jasa Website</a:t>
            </a:r>
            <a:endParaRPr sz="2000" dirty="0">
              <a:solidFill>
                <a:schemeClr val="accent1"/>
              </a:solidFill>
            </a:endParaRPr>
          </a:p>
        </p:txBody>
      </p:sp>
      <p:sp>
        <p:nvSpPr>
          <p:cNvPr id="15" name="TextBox 14">
            <a:extLst>
              <a:ext uri="{FF2B5EF4-FFF2-40B4-BE49-F238E27FC236}">
                <a16:creationId xmlns:a16="http://schemas.microsoft.com/office/drawing/2014/main" id="{1E172EA1-F548-DD5F-143F-0F9CFD819E74}"/>
              </a:ext>
            </a:extLst>
          </p:cNvPr>
          <p:cNvSpPr txBox="1"/>
          <p:nvPr/>
        </p:nvSpPr>
        <p:spPr>
          <a:xfrm>
            <a:off x="738163" y="1375509"/>
            <a:ext cx="5697537" cy="1138773"/>
          </a:xfrm>
          <a:prstGeom prst="rect">
            <a:avLst/>
          </a:prstGeom>
          <a:noFill/>
        </p:spPr>
        <p:txBody>
          <a:bodyPr wrap="square">
            <a:spAutoFit/>
          </a:bodyPr>
          <a:lstStyle/>
          <a:p>
            <a:pPr algn="just"/>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Urgensi</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Analisis</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Data :</a:t>
            </a:r>
          </a:p>
          <a:p>
            <a:pPr algn="just"/>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Kebutuhan</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mengamati</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lalu</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lintas</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website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secara</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empiris</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untuk</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memahami</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minat</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calon</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klien</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t>
            </a:r>
          </a:p>
          <a:p>
            <a:pPr algn="just"/>
            <a:endParaRPr lang="en-ID"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20F1D9EA-0E04-083D-BF06-D889156D1EA8}"/>
              </a:ext>
            </a:extLst>
          </p:cNvPr>
          <p:cNvSpPr txBox="1"/>
          <p:nvPr/>
        </p:nvSpPr>
        <p:spPr>
          <a:xfrm>
            <a:off x="1144745" y="2313484"/>
            <a:ext cx="3729134" cy="1754326"/>
          </a:xfrm>
          <a:prstGeom prst="rect">
            <a:avLst/>
          </a:prstGeom>
          <a:noFill/>
        </p:spPr>
        <p:txBody>
          <a:bodyPr wrap="square">
            <a:spAutoFit/>
          </a:bodyPr>
          <a:lstStyle/>
          <a:p>
            <a:pPr algn="just"/>
            <a:r>
              <a:rPr lang="en-US" sz="1800" b="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Peran Google Analytics 4: </a:t>
            </a:r>
            <a:r>
              <a:rPr lang="en-US" sz="1800" b="0" dirty="0" err="1">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Instrumen</a:t>
            </a:r>
            <a:r>
              <a:rPr lang="en-US" sz="1800" b="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otomatis</a:t>
            </a:r>
            <a:r>
              <a:rPr lang="en-US" sz="1800" b="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pelacakan</a:t>
            </a:r>
            <a:r>
              <a:rPr lang="en-US" sz="1800" b="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aktivitas</a:t>
            </a:r>
            <a:r>
              <a:rPr lang="en-US" sz="1800" b="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 real-time yang </a:t>
            </a:r>
            <a:r>
              <a:rPr lang="en-US" sz="1800" b="0" dirty="0" err="1">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terstruktur</a:t>
            </a:r>
            <a:r>
              <a:rPr lang="en-US" sz="1800" b="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untuk</a:t>
            </a:r>
            <a:r>
              <a:rPr lang="en-US" sz="1800" b="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memetakan</a:t>
            </a:r>
            <a:r>
              <a:rPr lang="en-US" sz="1800" b="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perjalanan</a:t>
            </a:r>
            <a:r>
              <a:rPr lang="en-US" sz="1800" b="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pengguna</a:t>
            </a:r>
            <a:r>
              <a:rPr lang="en-US" sz="1800" b="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 (user journey).</a:t>
            </a:r>
            <a:endParaRPr lang="en-ID" dirty="0">
              <a:solidFill>
                <a:schemeClr val="accent4"/>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7" name="TextBox 16">
            <a:extLst>
              <a:ext uri="{FF2B5EF4-FFF2-40B4-BE49-F238E27FC236}">
                <a16:creationId xmlns:a16="http://schemas.microsoft.com/office/drawing/2014/main" id="{F6CD5EB8-7528-2483-EB17-B83BF43F41B4}"/>
              </a:ext>
            </a:extLst>
          </p:cNvPr>
          <p:cNvSpPr txBox="1"/>
          <p:nvPr/>
        </p:nvSpPr>
        <p:spPr>
          <a:xfrm>
            <a:off x="4968135" y="2629219"/>
            <a:ext cx="3910619" cy="2031325"/>
          </a:xfrm>
          <a:prstGeom prst="rect">
            <a:avLst/>
          </a:prstGeom>
          <a:noFill/>
        </p:spPr>
        <p:txBody>
          <a:bodyPr wrap="square">
            <a:spAutoFit/>
          </a:bodyPr>
          <a:lstStyle/>
          <a:p>
            <a:pPr algn="just"/>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Tujuan</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Implementasi</a:t>
            </a:r>
            <a:endPar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endParaRPr>
          </a:p>
          <a:p>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Mengukur</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rasio</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konversi</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paket</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pesanan</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t>
            </a:r>
          </a:p>
          <a:p>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Meminimalisir</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persentase</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pembatalan</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(Cart Abandonment).</a:t>
            </a:r>
          </a:p>
          <a:p>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 Dasar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pengambilan</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keputusan</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8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pengembangan</a:t>
            </a:r>
            <a:r>
              <a:rPr lang="en-US" sz="18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(Data-Driven).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301"/>
        <p:cNvGrpSpPr/>
        <p:nvPr/>
      </p:nvGrpSpPr>
      <p:grpSpPr>
        <a:xfrm>
          <a:off x="0" y="0"/>
          <a:ext cx="0" cy="0"/>
          <a:chOff x="0" y="0"/>
          <a:chExt cx="0" cy="0"/>
        </a:xfrm>
      </p:grpSpPr>
      <p:sp>
        <p:nvSpPr>
          <p:cNvPr id="16" name="Rectangle 15">
            <a:extLst>
              <a:ext uri="{FF2B5EF4-FFF2-40B4-BE49-F238E27FC236}">
                <a16:creationId xmlns:a16="http://schemas.microsoft.com/office/drawing/2014/main" id="{2F9C690C-87DF-79FB-E95B-9C22251BE80A}"/>
              </a:ext>
            </a:extLst>
          </p:cNvPr>
          <p:cNvSpPr/>
          <p:nvPr/>
        </p:nvSpPr>
        <p:spPr>
          <a:xfrm>
            <a:off x="4613883" y="3455176"/>
            <a:ext cx="4153190" cy="1403010"/>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A10044F-D86C-902F-DFB3-7473B20C39AF}"/>
              </a:ext>
            </a:extLst>
          </p:cNvPr>
          <p:cNvSpPr/>
          <p:nvPr/>
        </p:nvSpPr>
        <p:spPr>
          <a:xfrm>
            <a:off x="307125" y="3455176"/>
            <a:ext cx="4222993" cy="1403010"/>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2" name="Google Shape;1302;p62"/>
          <p:cNvSpPr txBox="1">
            <a:spLocks noGrp="1"/>
          </p:cNvSpPr>
          <p:nvPr>
            <p:ph type="title"/>
          </p:nvPr>
        </p:nvSpPr>
        <p:spPr>
          <a:xfrm>
            <a:off x="1484775" y="516756"/>
            <a:ext cx="6530852" cy="55828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D" sz="1600" dirty="0">
                <a:solidFill>
                  <a:schemeClr val="accent4">
                    <a:lumMod val="75000"/>
                  </a:schemeClr>
                </a:solidFill>
              </a:rPr>
              <a:t>P</a:t>
            </a:r>
            <a:r>
              <a:rPr lang="en" sz="1600" dirty="0">
                <a:solidFill>
                  <a:schemeClr val="accent4"/>
                </a:solidFill>
              </a:rPr>
              <a:t>e</a:t>
            </a:r>
            <a:r>
              <a:rPr lang="en" sz="1600" dirty="0">
                <a:solidFill>
                  <a:schemeClr val="accent2">
                    <a:lumMod val="75000"/>
                  </a:schemeClr>
                </a:solidFill>
              </a:rPr>
              <a:t>nge</a:t>
            </a:r>
            <a:r>
              <a:rPr lang="en" sz="1600" dirty="0">
                <a:solidFill>
                  <a:schemeClr val="accent3">
                    <a:lumMod val="60000"/>
                    <a:lumOff val="40000"/>
                  </a:schemeClr>
                </a:solidFill>
              </a:rPr>
              <a:t>na</a:t>
            </a:r>
            <a:r>
              <a:rPr lang="en" sz="1600" dirty="0">
                <a:solidFill>
                  <a:schemeClr val="accent4">
                    <a:lumMod val="75000"/>
                  </a:schemeClr>
                </a:solidFill>
              </a:rPr>
              <a:t>lan </a:t>
            </a:r>
            <a:r>
              <a:rPr lang="en-US" sz="1600" b="1" i="0" dirty="0">
                <a:effectLst/>
                <a:latin typeface="Ubuntu" panose="020B0504030602030204" pitchFamily="34" charset="0"/>
              </a:rPr>
              <a:t>Google </a:t>
            </a:r>
            <a:r>
              <a:rPr lang="en-US" sz="1600" b="1" i="0" dirty="0">
                <a:solidFill>
                  <a:schemeClr val="accent3"/>
                </a:solidFill>
                <a:effectLst/>
                <a:latin typeface="Ubuntu" panose="020B0504030602030204" pitchFamily="34" charset="0"/>
              </a:rPr>
              <a:t>Analytics 4 (GA4) </a:t>
            </a:r>
            <a:r>
              <a:rPr lang="en-US" sz="1600" b="1" i="0" dirty="0">
                <a:solidFill>
                  <a:schemeClr val="accent4"/>
                </a:solidFill>
                <a:effectLst/>
                <a:latin typeface="Ubuntu" panose="020B0504030602030204" pitchFamily="34" charset="0"/>
              </a:rPr>
              <a:t>&amp; </a:t>
            </a:r>
            <a:r>
              <a:rPr lang="en-US" sz="1600" b="1" i="0" dirty="0" err="1">
                <a:solidFill>
                  <a:schemeClr val="accent4"/>
                </a:solidFill>
                <a:effectLst/>
                <a:latin typeface="Ubuntu" panose="020B0504030602030204" pitchFamily="34" charset="0"/>
              </a:rPr>
              <a:t>Mekanisme</a:t>
            </a:r>
            <a:r>
              <a:rPr lang="en-US" sz="1600" b="1" i="0" dirty="0">
                <a:solidFill>
                  <a:schemeClr val="accent4"/>
                </a:solidFill>
                <a:effectLst/>
                <a:latin typeface="Ubuntu" panose="020B0504030602030204" pitchFamily="34" charset="0"/>
              </a:rPr>
              <a:t> </a:t>
            </a:r>
            <a:r>
              <a:rPr lang="en-US" sz="1600" b="1" i="0" dirty="0" err="1">
                <a:solidFill>
                  <a:schemeClr val="accent4"/>
                </a:solidFill>
                <a:effectLst/>
                <a:latin typeface="Ubuntu" panose="020B0504030602030204" pitchFamily="34" charset="0"/>
              </a:rPr>
              <a:t>Pelacakan</a:t>
            </a:r>
            <a:r>
              <a:rPr lang="en-US" sz="1600" b="1" i="0" dirty="0">
                <a:solidFill>
                  <a:schemeClr val="accent4"/>
                </a:solidFill>
                <a:effectLst/>
                <a:latin typeface="Ubuntu" panose="020B0504030602030204" pitchFamily="34" charset="0"/>
              </a:rPr>
              <a:t> </a:t>
            </a:r>
            <a:r>
              <a:rPr lang="en-US" sz="1600" b="1" i="0" dirty="0">
                <a:effectLst/>
                <a:latin typeface="Ubuntu" panose="020B0504030602030204" pitchFamily="34" charset="0"/>
              </a:rPr>
              <a:t>Event</a:t>
            </a:r>
            <a:endParaRPr sz="1600" dirty="0">
              <a:latin typeface="Ubuntu" panose="020B0504030602030204" pitchFamily="34" charset="0"/>
            </a:endParaRPr>
          </a:p>
        </p:txBody>
      </p:sp>
      <p:sp>
        <p:nvSpPr>
          <p:cNvPr id="8" name="TextBox 7">
            <a:extLst>
              <a:ext uri="{FF2B5EF4-FFF2-40B4-BE49-F238E27FC236}">
                <a16:creationId xmlns:a16="http://schemas.microsoft.com/office/drawing/2014/main" id="{60DE080E-093D-3681-A041-EE87433D64EC}"/>
              </a:ext>
            </a:extLst>
          </p:cNvPr>
          <p:cNvSpPr txBox="1"/>
          <p:nvPr/>
        </p:nvSpPr>
        <p:spPr>
          <a:xfrm>
            <a:off x="1003408" y="1075041"/>
            <a:ext cx="2012017" cy="400110"/>
          </a:xfrm>
          <a:prstGeom prst="rect">
            <a:avLst/>
          </a:prstGeom>
          <a:noFill/>
        </p:spPr>
        <p:txBody>
          <a:bodyPr wrap="square">
            <a:spAutoFit/>
          </a:bodyPr>
          <a:lstStyle/>
          <a:p>
            <a:pPr algn="just"/>
            <a:r>
              <a:rPr lang="en-US" sz="20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Apa</a:t>
            </a:r>
            <a:r>
              <a:rPr lang="en-US" sz="20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20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itu</a:t>
            </a:r>
            <a:r>
              <a:rPr lang="en-US" sz="20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GA4 ?</a:t>
            </a:r>
          </a:p>
        </p:txBody>
      </p:sp>
      <p:sp>
        <p:nvSpPr>
          <p:cNvPr id="9" name="TextBox 8">
            <a:extLst>
              <a:ext uri="{FF2B5EF4-FFF2-40B4-BE49-F238E27FC236}">
                <a16:creationId xmlns:a16="http://schemas.microsoft.com/office/drawing/2014/main" id="{9451E1C6-8AC5-56FC-8461-471E406AC8BE}"/>
              </a:ext>
            </a:extLst>
          </p:cNvPr>
          <p:cNvSpPr txBox="1"/>
          <p:nvPr/>
        </p:nvSpPr>
        <p:spPr>
          <a:xfrm>
            <a:off x="1163688" y="1489111"/>
            <a:ext cx="3882962" cy="1815882"/>
          </a:xfrm>
          <a:prstGeom prst="rect">
            <a:avLst/>
          </a:prstGeom>
          <a:noFill/>
        </p:spPr>
        <p:txBody>
          <a:bodyPr wrap="square">
            <a:spAutoFit/>
          </a:bodyPr>
          <a:lstStyle/>
          <a:p>
            <a:pPr algn="just"/>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Mekanisme</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Kerja</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t>
            </a:r>
          </a:p>
          <a:p>
            <a:pPr algn="just"/>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Skrip</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pelacak</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global (gtag.js)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disematkan</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pada tag &lt;head&gt; di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dalam</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template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sistem</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t>
            </a:r>
          </a:p>
          <a:p>
            <a:pPr algn="just"/>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Pengiriman</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data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interaksi</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secara</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asinkron</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dari</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browser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pengunjung</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ke</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server Google.</a:t>
            </a:r>
          </a:p>
        </p:txBody>
      </p:sp>
      <p:pic>
        <p:nvPicPr>
          <p:cNvPr id="11" name="Picture 10">
            <a:extLst>
              <a:ext uri="{FF2B5EF4-FFF2-40B4-BE49-F238E27FC236}">
                <a16:creationId xmlns:a16="http://schemas.microsoft.com/office/drawing/2014/main" id="{83FB93F6-B784-C0AA-F373-3B57FC608692}"/>
              </a:ext>
            </a:extLst>
          </p:cNvPr>
          <p:cNvPicPr>
            <a:picLocks noChangeAspect="1"/>
          </p:cNvPicPr>
          <p:nvPr/>
        </p:nvPicPr>
        <p:blipFill>
          <a:blip r:embed="rId3"/>
          <a:stretch>
            <a:fillRect/>
          </a:stretch>
        </p:blipFill>
        <p:spPr>
          <a:xfrm>
            <a:off x="5200214" y="970339"/>
            <a:ext cx="3810897" cy="249857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13" name="TextBox 12">
            <a:extLst>
              <a:ext uri="{FF2B5EF4-FFF2-40B4-BE49-F238E27FC236}">
                <a16:creationId xmlns:a16="http://schemas.microsoft.com/office/drawing/2014/main" id="{1612C2D5-4839-099B-B955-655DF841AE07}"/>
              </a:ext>
            </a:extLst>
          </p:cNvPr>
          <p:cNvSpPr txBox="1"/>
          <p:nvPr/>
        </p:nvSpPr>
        <p:spPr>
          <a:xfrm>
            <a:off x="4750201" y="3624940"/>
            <a:ext cx="3882962" cy="1077218"/>
          </a:xfrm>
          <a:prstGeom prst="rect">
            <a:avLst/>
          </a:prstGeom>
          <a:noFill/>
        </p:spPr>
        <p:txBody>
          <a:bodyPr wrap="square">
            <a:spAutoFit/>
          </a:bodyPr>
          <a:lstStyle/>
          <a:p>
            <a:pPr algn="just"/>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Manfaat</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Utama: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Mengidentifikasi</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halaman</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dengan</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rasio</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pentalan</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(bounce rate)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tinggi</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dan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efisiensi</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saluran</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akuisisi</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pengunjung</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t>
            </a:r>
          </a:p>
        </p:txBody>
      </p:sp>
      <p:sp>
        <p:nvSpPr>
          <p:cNvPr id="12" name="TextBox 11">
            <a:extLst>
              <a:ext uri="{FF2B5EF4-FFF2-40B4-BE49-F238E27FC236}">
                <a16:creationId xmlns:a16="http://schemas.microsoft.com/office/drawing/2014/main" id="{0DA339F0-FD6B-504F-CE09-97AB57FC3186}"/>
              </a:ext>
            </a:extLst>
          </p:cNvPr>
          <p:cNvSpPr txBox="1"/>
          <p:nvPr/>
        </p:nvSpPr>
        <p:spPr>
          <a:xfrm>
            <a:off x="443568" y="3624940"/>
            <a:ext cx="3882962" cy="1077218"/>
          </a:xfrm>
          <a:prstGeom prst="rect">
            <a:avLst/>
          </a:prstGeom>
          <a:noFill/>
        </p:spPr>
        <p:txBody>
          <a:bodyPr wrap="square">
            <a:spAutoFit/>
          </a:bodyPr>
          <a:lstStyle/>
          <a:p>
            <a:pPr algn="just"/>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Fitur Utama: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Pelacakan</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E-Commerce,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Akuisisi</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Lalu Lintas (Traffic Acquisition), Real-time Reports, dan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Demografi</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 </a:t>
            </a:r>
            <a:r>
              <a:rPr lang="en-US" sz="1600" b="0" dirty="0" err="1">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Audien</a:t>
            </a:r>
            <a:r>
              <a:rPr lang="en-US" sz="1600" b="0" dirty="0">
                <a:solidFill>
                  <a:schemeClr val="accent3"/>
                </a:solidFill>
                <a:effectLst/>
                <a:latin typeface="ADLaM Display" panose="02010000000000000000" pitchFamily="2" charset="0"/>
                <a:ea typeface="ADLaM Display" panose="02010000000000000000" pitchFamily="2" charset="0"/>
                <a:cs typeface="ADLaM Display" panose="02010000000000000000" pitchFamily="2"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2126"/>
        <p:cNvGrpSpPr/>
        <p:nvPr/>
      </p:nvGrpSpPr>
      <p:grpSpPr>
        <a:xfrm>
          <a:off x="0" y="0"/>
          <a:ext cx="0" cy="0"/>
          <a:chOff x="0" y="0"/>
          <a:chExt cx="0" cy="0"/>
        </a:xfrm>
      </p:grpSpPr>
      <p:sp>
        <p:nvSpPr>
          <p:cNvPr id="2128" name="Google Shape;2128;p72"/>
          <p:cNvSpPr/>
          <p:nvPr/>
        </p:nvSpPr>
        <p:spPr>
          <a:xfrm>
            <a:off x="1091993" y="595564"/>
            <a:ext cx="392151" cy="388620"/>
          </a:xfrm>
          <a:custGeom>
            <a:avLst/>
            <a:gdLst/>
            <a:ahLst/>
            <a:cxnLst/>
            <a:rect l="l" t="t" r="r" b="b"/>
            <a:pathLst>
              <a:path w="209147" h="207264" extrusionOk="0">
                <a:moveTo>
                  <a:pt x="90787" y="25958"/>
                </a:moveTo>
                <a:cubicBezTo>
                  <a:pt x="126698" y="25958"/>
                  <a:pt x="155750" y="55010"/>
                  <a:pt x="155750" y="90787"/>
                </a:cubicBezTo>
                <a:cubicBezTo>
                  <a:pt x="155750" y="126698"/>
                  <a:pt x="126698" y="155750"/>
                  <a:pt x="90787" y="155750"/>
                </a:cubicBezTo>
                <a:cubicBezTo>
                  <a:pt x="55010" y="155750"/>
                  <a:pt x="25958" y="126698"/>
                  <a:pt x="25958" y="90787"/>
                </a:cubicBezTo>
                <a:cubicBezTo>
                  <a:pt x="25958" y="55010"/>
                  <a:pt x="55010" y="25958"/>
                  <a:pt x="90787" y="25958"/>
                </a:cubicBezTo>
                <a:close/>
                <a:moveTo>
                  <a:pt x="90787" y="0"/>
                </a:moveTo>
                <a:cubicBezTo>
                  <a:pt x="40619" y="0"/>
                  <a:pt x="0" y="40619"/>
                  <a:pt x="0" y="90787"/>
                </a:cubicBezTo>
                <a:cubicBezTo>
                  <a:pt x="0" y="140955"/>
                  <a:pt x="40619" y="181709"/>
                  <a:pt x="90787" y="181709"/>
                </a:cubicBezTo>
                <a:cubicBezTo>
                  <a:pt x="108810" y="181709"/>
                  <a:pt x="125622" y="176194"/>
                  <a:pt x="139745" y="167183"/>
                </a:cubicBezTo>
                <a:lnTo>
                  <a:pt x="174042" y="201615"/>
                </a:lnTo>
                <a:cubicBezTo>
                  <a:pt x="177875" y="205381"/>
                  <a:pt x="182852" y="207264"/>
                  <a:pt x="187828" y="207264"/>
                </a:cubicBezTo>
                <a:cubicBezTo>
                  <a:pt x="192805" y="207264"/>
                  <a:pt x="197781" y="205381"/>
                  <a:pt x="201615" y="201615"/>
                </a:cubicBezTo>
                <a:cubicBezTo>
                  <a:pt x="209147" y="193948"/>
                  <a:pt x="209147" y="181709"/>
                  <a:pt x="201615" y="174042"/>
                </a:cubicBezTo>
                <a:lnTo>
                  <a:pt x="167183" y="139745"/>
                </a:lnTo>
                <a:cubicBezTo>
                  <a:pt x="176329" y="125622"/>
                  <a:pt x="181709" y="108810"/>
                  <a:pt x="181709" y="90787"/>
                </a:cubicBezTo>
                <a:cubicBezTo>
                  <a:pt x="181709" y="40619"/>
                  <a:pt x="140955" y="0"/>
                  <a:pt x="90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72"/>
          <p:cNvSpPr txBox="1">
            <a:spLocks noGrp="1"/>
          </p:cNvSpPr>
          <p:nvPr>
            <p:ph type="title"/>
          </p:nvPr>
        </p:nvSpPr>
        <p:spPr>
          <a:xfrm>
            <a:off x="1581208" y="575910"/>
            <a:ext cx="6836856" cy="413418"/>
          </a:xfrm>
          <a:prstGeom prst="rect">
            <a:avLst/>
          </a:prstGeom>
        </p:spPr>
        <p:txBody>
          <a:bodyPr spcFirstLastPara="1" wrap="square" lIns="91425" tIns="91425" rIns="91425" bIns="91425" anchor="ctr" anchorCtr="0">
            <a:noAutofit/>
          </a:bodyPr>
          <a:lstStyle/>
          <a:p>
            <a:r>
              <a:rPr lang="it-IT" sz="1800" dirty="0">
                <a:solidFill>
                  <a:schemeClr val="accent1">
                    <a:lumMod val="75000"/>
                  </a:schemeClr>
                </a:solidFill>
              </a:rPr>
              <a:t>ARSITEKTUR IMPLEMENTASI &amp; PEMETAAN EVENT E-COMMERCE</a:t>
            </a:r>
          </a:p>
        </p:txBody>
      </p:sp>
      <p:sp>
        <p:nvSpPr>
          <p:cNvPr id="2131" name="Google Shape;2131;p72">
            <a:hlinkClick r:id="rId3" action="ppaction://hlinksldjump"/>
          </p:cNvPr>
          <p:cNvSpPr/>
          <p:nvPr/>
        </p:nvSpPr>
        <p:spPr>
          <a:xfrm rot="5400000">
            <a:off x="8135450" y="1556928"/>
            <a:ext cx="950100" cy="62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72">
            <a:hlinkClick r:id="rId4" action="ppaction://hlinksldjump"/>
          </p:cNvPr>
          <p:cNvSpPr/>
          <p:nvPr/>
        </p:nvSpPr>
        <p:spPr>
          <a:xfrm rot="5400000">
            <a:off x="8100942" y="589675"/>
            <a:ext cx="1019100" cy="6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72">
            <a:hlinkClick r:id="" action="ppaction://noaction"/>
          </p:cNvPr>
          <p:cNvSpPr/>
          <p:nvPr/>
        </p:nvSpPr>
        <p:spPr>
          <a:xfrm rot="5400000">
            <a:off x="8089092" y="2537633"/>
            <a:ext cx="1042800" cy="62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72">
            <a:hlinkClick r:id="" action="ppaction://noaction"/>
          </p:cNvPr>
          <p:cNvSpPr/>
          <p:nvPr/>
        </p:nvSpPr>
        <p:spPr>
          <a:xfrm rot="5400000">
            <a:off x="8100942" y="4501251"/>
            <a:ext cx="1019100" cy="6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72">
            <a:hlinkClick r:id="" action="ppaction://noaction"/>
          </p:cNvPr>
          <p:cNvSpPr/>
          <p:nvPr/>
        </p:nvSpPr>
        <p:spPr>
          <a:xfrm rot="5400000">
            <a:off x="8141446" y="3528444"/>
            <a:ext cx="938100" cy="6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72">
            <a:hlinkClick r:id="rId4" action="ppaction://hlinksldjump"/>
          </p:cNvPr>
          <p:cNvSpPr txBox="1"/>
          <p:nvPr/>
        </p:nvSpPr>
        <p:spPr>
          <a:xfrm>
            <a:off x="8189650" y="470225"/>
            <a:ext cx="440400" cy="28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chemeClr val="accent4"/>
                </a:solidFill>
                <a:latin typeface="Ubuntu"/>
                <a:ea typeface="Ubuntu"/>
                <a:cs typeface="Ubuntu"/>
                <a:sym typeface="Ubuntu"/>
              </a:rPr>
              <a:t>M</a:t>
            </a:r>
            <a:endParaRPr b="1">
              <a:solidFill>
                <a:schemeClr val="accent4"/>
              </a:solidFill>
              <a:latin typeface="Ubuntu"/>
              <a:ea typeface="Ubuntu"/>
              <a:cs typeface="Ubuntu"/>
              <a:sym typeface="Ubuntu"/>
            </a:endParaRPr>
          </a:p>
        </p:txBody>
      </p:sp>
      <p:sp>
        <p:nvSpPr>
          <p:cNvPr id="2137" name="Google Shape;2137;p72">
            <a:hlinkClick r:id="rId3" action="ppaction://hlinksldjump"/>
          </p:cNvPr>
          <p:cNvSpPr txBox="1"/>
          <p:nvPr/>
        </p:nvSpPr>
        <p:spPr>
          <a:xfrm>
            <a:off x="8189650" y="1476316"/>
            <a:ext cx="440400" cy="28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chemeClr val="accent2"/>
                </a:solidFill>
                <a:latin typeface="Ubuntu"/>
                <a:ea typeface="Ubuntu"/>
                <a:cs typeface="Ubuntu"/>
                <a:sym typeface="Ubuntu"/>
              </a:rPr>
              <a:t>T</a:t>
            </a:r>
            <a:endParaRPr b="1">
              <a:solidFill>
                <a:schemeClr val="accent2"/>
              </a:solidFill>
              <a:latin typeface="Ubuntu"/>
              <a:ea typeface="Ubuntu"/>
              <a:cs typeface="Ubuntu"/>
              <a:sym typeface="Ubuntu"/>
            </a:endParaRPr>
          </a:p>
        </p:txBody>
      </p:sp>
      <p:sp>
        <p:nvSpPr>
          <p:cNvPr id="2138" name="Google Shape;2138;p72">
            <a:hlinkClick r:id="" action="ppaction://noaction"/>
          </p:cNvPr>
          <p:cNvSpPr txBox="1"/>
          <p:nvPr/>
        </p:nvSpPr>
        <p:spPr>
          <a:xfrm>
            <a:off x="8189650" y="2400638"/>
            <a:ext cx="440400" cy="28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chemeClr val="accent1"/>
                </a:solidFill>
                <a:latin typeface="Ubuntu"/>
                <a:ea typeface="Ubuntu"/>
                <a:cs typeface="Ubuntu"/>
                <a:sym typeface="Ubuntu"/>
              </a:rPr>
              <a:t>W</a:t>
            </a:r>
            <a:endParaRPr b="1">
              <a:solidFill>
                <a:schemeClr val="accent1"/>
              </a:solidFill>
              <a:latin typeface="Ubuntu"/>
              <a:ea typeface="Ubuntu"/>
              <a:cs typeface="Ubuntu"/>
              <a:sym typeface="Ubuntu"/>
            </a:endParaRPr>
          </a:p>
        </p:txBody>
      </p:sp>
      <p:sp>
        <p:nvSpPr>
          <p:cNvPr id="2140" name="Google Shape;2140;p72">
            <a:hlinkClick r:id="" action="ppaction://noaction"/>
          </p:cNvPr>
          <p:cNvSpPr txBox="1"/>
          <p:nvPr/>
        </p:nvSpPr>
        <p:spPr>
          <a:xfrm>
            <a:off x="8189650" y="4362805"/>
            <a:ext cx="440400" cy="28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chemeClr val="accent4"/>
                </a:solidFill>
                <a:latin typeface="Ubuntu"/>
                <a:ea typeface="Ubuntu"/>
                <a:cs typeface="Ubuntu"/>
                <a:sym typeface="Ubuntu"/>
              </a:rPr>
              <a:t>F</a:t>
            </a:r>
            <a:endParaRPr b="1">
              <a:solidFill>
                <a:schemeClr val="accent4"/>
              </a:solidFill>
              <a:latin typeface="Ubuntu"/>
              <a:ea typeface="Ubuntu"/>
              <a:cs typeface="Ubuntu"/>
              <a:sym typeface="Ubuntu"/>
            </a:endParaRPr>
          </a:p>
        </p:txBody>
      </p:sp>
      <p:sp>
        <p:nvSpPr>
          <p:cNvPr id="2156" name="Google Shape;2156;p72"/>
          <p:cNvSpPr/>
          <p:nvPr/>
        </p:nvSpPr>
        <p:spPr>
          <a:xfrm>
            <a:off x="1913316" y="2579213"/>
            <a:ext cx="225732" cy="292766"/>
          </a:xfrm>
          <a:custGeom>
            <a:avLst/>
            <a:gdLst/>
            <a:ahLst/>
            <a:cxnLst/>
            <a:rect l="l" t="t" r="r" b="b"/>
            <a:pathLst>
              <a:path w="1627" h="2110" extrusionOk="0">
                <a:moveTo>
                  <a:pt x="276" y="0"/>
                </a:moveTo>
                <a:cubicBezTo>
                  <a:pt x="134" y="0"/>
                  <a:pt x="0" y="156"/>
                  <a:pt x="101" y="316"/>
                </a:cubicBezTo>
                <a:lnTo>
                  <a:pt x="1207" y="2014"/>
                </a:lnTo>
                <a:cubicBezTo>
                  <a:pt x="1236" y="2072"/>
                  <a:pt x="1303" y="2110"/>
                  <a:pt x="1369" y="2110"/>
                </a:cubicBezTo>
                <a:cubicBezTo>
                  <a:pt x="1532" y="2110"/>
                  <a:pt x="1627" y="1929"/>
                  <a:pt x="1541" y="1795"/>
                </a:cubicBezTo>
                <a:lnTo>
                  <a:pt x="444" y="97"/>
                </a:lnTo>
                <a:cubicBezTo>
                  <a:pt x="398" y="28"/>
                  <a:pt x="336" y="0"/>
                  <a:pt x="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72"/>
          <p:cNvSpPr/>
          <p:nvPr/>
        </p:nvSpPr>
        <p:spPr>
          <a:xfrm>
            <a:off x="1731565" y="2792613"/>
            <a:ext cx="323683" cy="157483"/>
          </a:xfrm>
          <a:custGeom>
            <a:avLst/>
            <a:gdLst/>
            <a:ahLst/>
            <a:cxnLst/>
            <a:rect l="l" t="t" r="r" b="b"/>
            <a:pathLst>
              <a:path w="2333" h="1135" extrusionOk="0">
                <a:moveTo>
                  <a:pt x="285" y="0"/>
                </a:moveTo>
                <a:cubicBezTo>
                  <a:pt x="91" y="0"/>
                  <a:pt x="0" y="298"/>
                  <a:pt x="218" y="391"/>
                </a:cubicBezTo>
                <a:lnTo>
                  <a:pt x="1983" y="1125"/>
                </a:lnTo>
                <a:cubicBezTo>
                  <a:pt x="2002" y="1135"/>
                  <a:pt x="2031" y="1135"/>
                  <a:pt x="2059" y="1135"/>
                </a:cubicBezTo>
                <a:lnTo>
                  <a:pt x="2050" y="1135"/>
                </a:lnTo>
                <a:cubicBezTo>
                  <a:pt x="2053" y="1135"/>
                  <a:pt x="2056" y="1135"/>
                  <a:pt x="2060" y="1135"/>
                </a:cubicBezTo>
                <a:cubicBezTo>
                  <a:pt x="2280" y="1135"/>
                  <a:pt x="2333" y="828"/>
                  <a:pt x="2126" y="753"/>
                </a:cubicBezTo>
                <a:lnTo>
                  <a:pt x="371" y="19"/>
                </a:lnTo>
                <a:cubicBezTo>
                  <a:pt x="341" y="6"/>
                  <a:pt x="312" y="0"/>
                  <a:pt x="2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72"/>
          <p:cNvSpPr/>
          <p:nvPr/>
        </p:nvSpPr>
        <p:spPr>
          <a:xfrm>
            <a:off x="3252030" y="2579213"/>
            <a:ext cx="225871" cy="292766"/>
          </a:xfrm>
          <a:custGeom>
            <a:avLst/>
            <a:gdLst/>
            <a:ahLst/>
            <a:cxnLst/>
            <a:rect l="l" t="t" r="r" b="b"/>
            <a:pathLst>
              <a:path w="1628" h="2110" extrusionOk="0">
                <a:moveTo>
                  <a:pt x="1355" y="0"/>
                </a:moveTo>
                <a:cubicBezTo>
                  <a:pt x="1296" y="0"/>
                  <a:pt x="1236" y="28"/>
                  <a:pt x="1193" y="97"/>
                </a:cubicBezTo>
                <a:lnTo>
                  <a:pt x="96" y="1795"/>
                </a:lnTo>
                <a:cubicBezTo>
                  <a:pt x="1" y="1929"/>
                  <a:pt x="96" y="2110"/>
                  <a:pt x="259" y="2110"/>
                </a:cubicBezTo>
                <a:cubicBezTo>
                  <a:pt x="325" y="2110"/>
                  <a:pt x="392" y="2072"/>
                  <a:pt x="430" y="2014"/>
                </a:cubicBezTo>
                <a:lnTo>
                  <a:pt x="1527" y="316"/>
                </a:lnTo>
                <a:cubicBezTo>
                  <a:pt x="1628" y="156"/>
                  <a:pt x="1494" y="0"/>
                  <a:pt x="13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72"/>
          <p:cNvSpPr/>
          <p:nvPr/>
        </p:nvSpPr>
        <p:spPr>
          <a:xfrm>
            <a:off x="3335552" y="2792613"/>
            <a:ext cx="324099" cy="157483"/>
          </a:xfrm>
          <a:custGeom>
            <a:avLst/>
            <a:gdLst/>
            <a:ahLst/>
            <a:cxnLst/>
            <a:rect l="l" t="t" r="r" b="b"/>
            <a:pathLst>
              <a:path w="2336" h="1135" extrusionOk="0">
                <a:moveTo>
                  <a:pt x="2051" y="0"/>
                </a:moveTo>
                <a:cubicBezTo>
                  <a:pt x="2024" y="0"/>
                  <a:pt x="1995" y="6"/>
                  <a:pt x="1965" y="19"/>
                </a:cubicBezTo>
                <a:lnTo>
                  <a:pt x="200" y="753"/>
                </a:lnTo>
                <a:cubicBezTo>
                  <a:pt x="0" y="829"/>
                  <a:pt x="57" y="1135"/>
                  <a:pt x="286" y="1135"/>
                </a:cubicBezTo>
                <a:cubicBezTo>
                  <a:pt x="305" y="1135"/>
                  <a:pt x="334" y="1135"/>
                  <a:pt x="363" y="1125"/>
                </a:cubicBezTo>
                <a:lnTo>
                  <a:pt x="2118" y="391"/>
                </a:lnTo>
                <a:cubicBezTo>
                  <a:pt x="2336" y="298"/>
                  <a:pt x="2244" y="0"/>
                  <a:pt x="20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TextBox 15">
            <a:extLst>
              <a:ext uri="{FF2B5EF4-FFF2-40B4-BE49-F238E27FC236}">
                <a16:creationId xmlns:a16="http://schemas.microsoft.com/office/drawing/2014/main" id="{FB49B410-B417-2E6A-7CD7-A8B25D3FFED8}"/>
              </a:ext>
            </a:extLst>
          </p:cNvPr>
          <p:cNvSpPr txBox="1"/>
          <p:nvPr/>
        </p:nvSpPr>
        <p:spPr>
          <a:xfrm>
            <a:off x="818156" y="1671025"/>
            <a:ext cx="2322571" cy="646331"/>
          </a:xfrm>
          <a:prstGeom prst="rect">
            <a:avLst/>
          </a:prstGeom>
          <a:noFill/>
        </p:spPr>
        <p:txBody>
          <a:bodyPr wrap="square">
            <a:spAutoFit/>
          </a:bodyPr>
          <a:lstStyle/>
          <a:p>
            <a:r>
              <a:rPr lang="en-US" sz="1800" dirty="0">
                <a:solidFill>
                  <a:schemeClr val="accent4"/>
                </a:solidFill>
                <a:latin typeface="ADLaM Display" panose="02010000000000000000" pitchFamily="2" charset="0"/>
                <a:ea typeface="ADLaM Display" panose="02010000000000000000" pitchFamily="2" charset="0"/>
                <a:cs typeface="ADLaM Display" panose="02010000000000000000" pitchFamily="2" charset="0"/>
              </a:rPr>
              <a:t>Integrasi Google Analytics</a:t>
            </a:r>
            <a:endParaRPr lang="en-ID" sz="2400" dirty="0">
              <a:solidFill>
                <a:schemeClr val="accent4"/>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Google Shape;2219;p74">
            <a:hlinkClick r:id="" action="ppaction://noaction"/>
            <a:extLst>
              <a:ext uri="{FF2B5EF4-FFF2-40B4-BE49-F238E27FC236}">
                <a16:creationId xmlns:a16="http://schemas.microsoft.com/office/drawing/2014/main" id="{BCCF3CFE-385F-2605-8A39-F72EF769B38A}"/>
              </a:ext>
            </a:extLst>
          </p:cNvPr>
          <p:cNvSpPr/>
          <p:nvPr/>
        </p:nvSpPr>
        <p:spPr>
          <a:xfrm>
            <a:off x="938592" y="2312352"/>
            <a:ext cx="2628944" cy="1373402"/>
          </a:xfrm>
          <a:prstGeom prst="roundRect">
            <a:avLst>
              <a:gd name="adj" fmla="val 5570"/>
            </a:avLst>
          </a:prstGeom>
          <a:solidFill>
            <a:srgbClr val="E34133"/>
          </a:solidFill>
          <a:ln w="9525" cap="flat" cmpd="sng">
            <a:solidFill>
              <a:srgbClr val="C00000"/>
            </a:solidFill>
            <a:prstDash val="solid"/>
            <a:round/>
            <a:headEnd type="none" w="sm" len="sm"/>
            <a:tailEnd type="none" w="sm" len="sm"/>
          </a:ln>
          <a:effectLst>
            <a:outerShdw blurRad="107950" dist="12700" dir="5400000" algn="ctr">
              <a:srgbClr val="000000"/>
            </a:outerShdw>
          </a:effectLst>
        </p:spPr>
        <p:txBody>
          <a:bodyPr spcFirstLastPara="1" wrap="square" lIns="91425" tIns="91425" rIns="91425" bIns="91425" anchor="ctr" anchorCtr="0">
            <a:noAutofit/>
          </a:bodyPr>
          <a:lstStyle/>
          <a:p>
            <a:pPr lvl="0"/>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Google Analytics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diintegrasikan</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secara</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terpusat</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pada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seluruh</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halaman</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website.</a:t>
            </a:r>
          </a:p>
          <a:p>
            <a:pPr lvl="0"/>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Aktivitas</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pengunjung</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dapat</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dipantau</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secara</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otomatis</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dan real-time.</a:t>
            </a:r>
          </a:p>
          <a:p>
            <a:pPr lvl="0"/>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Memudahkan</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pengelolaan</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serta</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pengumpulan</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data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analitik</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website.</a:t>
            </a:r>
            <a:endParaRPr sz="105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TextBox 1">
            <a:extLst>
              <a:ext uri="{FF2B5EF4-FFF2-40B4-BE49-F238E27FC236}">
                <a16:creationId xmlns:a16="http://schemas.microsoft.com/office/drawing/2014/main" id="{C4045873-5896-9ED9-C46D-3A46A9784EBB}"/>
              </a:ext>
            </a:extLst>
          </p:cNvPr>
          <p:cNvSpPr txBox="1"/>
          <p:nvPr/>
        </p:nvSpPr>
        <p:spPr>
          <a:xfrm>
            <a:off x="3659651" y="1630142"/>
            <a:ext cx="2322571" cy="646331"/>
          </a:xfrm>
          <a:prstGeom prst="rect">
            <a:avLst/>
          </a:prstGeom>
          <a:noFill/>
        </p:spPr>
        <p:txBody>
          <a:bodyPr wrap="square">
            <a:spAutoFit/>
          </a:bodyPr>
          <a:lstStyle/>
          <a:p>
            <a:r>
              <a:rPr lang="en-US" sz="18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Funneling Event E-Commerce</a:t>
            </a:r>
            <a:endParaRPr lang="en-ID" sz="24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Google Shape;2219;p74">
            <a:hlinkClick r:id="" action="ppaction://noaction"/>
            <a:extLst>
              <a:ext uri="{FF2B5EF4-FFF2-40B4-BE49-F238E27FC236}">
                <a16:creationId xmlns:a16="http://schemas.microsoft.com/office/drawing/2014/main" id="{58C4BEE4-491D-76F6-6FBF-A827EFECF7E3}"/>
              </a:ext>
            </a:extLst>
          </p:cNvPr>
          <p:cNvSpPr/>
          <p:nvPr/>
        </p:nvSpPr>
        <p:spPr>
          <a:xfrm>
            <a:off x="3743173" y="2312352"/>
            <a:ext cx="1910751" cy="1373402"/>
          </a:xfrm>
          <a:prstGeom prst="roundRect">
            <a:avLst>
              <a:gd name="adj" fmla="val 5570"/>
            </a:avLst>
          </a:prstGeom>
          <a:solidFill>
            <a:schemeClr val="accent2"/>
          </a:solidFill>
          <a:ln w="9525" cap="flat" cmpd="sng">
            <a:solidFill>
              <a:schemeClr val="accent2"/>
            </a:solidFill>
            <a:prstDash val="solid"/>
            <a:round/>
            <a:headEnd type="none" w="sm" len="sm"/>
            <a:tailEnd type="none" w="sm" len="sm"/>
          </a:ln>
          <a:effectLst>
            <a:outerShdw blurRad="107950" dist="12700" dir="5400000" algn="ctr">
              <a:srgbClr val="000000"/>
            </a:outerShdw>
          </a:effectLst>
        </p:spPr>
        <p:txBody>
          <a:bodyPr spcFirstLastPara="1" wrap="square" lIns="91425" tIns="91425" rIns="91425" bIns="91425" anchor="ctr" anchorCtr="0">
            <a:noAutofit/>
          </a:bodyPr>
          <a:lstStyle/>
          <a:p>
            <a:pPr lvl="0"/>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Melacak</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alur</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pengguna</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dari</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katalog</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hingga</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transaksi</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pPr lvl="0"/>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Mengukur</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tingkat</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konversi</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pada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setiap</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tahap</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pemesanan</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endParaRPr sz="105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7" name="TextBox 6">
            <a:extLst>
              <a:ext uri="{FF2B5EF4-FFF2-40B4-BE49-F238E27FC236}">
                <a16:creationId xmlns:a16="http://schemas.microsoft.com/office/drawing/2014/main" id="{AE1C4AE4-CF4E-868E-AF39-200059421DBA}"/>
              </a:ext>
            </a:extLst>
          </p:cNvPr>
          <p:cNvSpPr txBox="1"/>
          <p:nvPr/>
        </p:nvSpPr>
        <p:spPr>
          <a:xfrm>
            <a:off x="5867075" y="1608981"/>
            <a:ext cx="2322571" cy="646331"/>
          </a:xfrm>
          <a:prstGeom prst="rect">
            <a:avLst/>
          </a:prstGeom>
          <a:noFill/>
        </p:spPr>
        <p:txBody>
          <a:bodyPr wrap="square">
            <a:spAutoFit/>
          </a:bodyPr>
          <a:lstStyle/>
          <a:p>
            <a:r>
              <a:rPr lang="en-US" sz="1800" dirty="0" err="1">
                <a:solidFill>
                  <a:schemeClr val="accent1"/>
                </a:solidFill>
                <a:latin typeface="ADLaM Display" panose="02010000000000000000" pitchFamily="2" charset="0"/>
                <a:ea typeface="ADLaM Display" panose="02010000000000000000" pitchFamily="2" charset="0"/>
                <a:cs typeface="ADLaM Display" panose="02010000000000000000" pitchFamily="2" charset="0"/>
              </a:rPr>
              <a:t>Sessiong</a:t>
            </a:r>
            <a:r>
              <a:rPr lang="en-US" sz="1800" dirty="0">
                <a:solidFill>
                  <a:schemeClr val="accent1"/>
                </a:solidFill>
                <a:latin typeface="ADLaM Display" panose="02010000000000000000" pitchFamily="2" charset="0"/>
                <a:ea typeface="ADLaM Display" panose="02010000000000000000" pitchFamily="2" charset="0"/>
                <a:cs typeface="ADLaM Display" panose="02010000000000000000" pitchFamily="2" charset="0"/>
              </a:rPr>
              <a:t> Flash Tracking Laravel</a:t>
            </a:r>
            <a:endParaRPr lang="en-ID" sz="2400" dirty="0">
              <a:solidFill>
                <a:schemeClr val="accent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8" name="Google Shape;2219;p74">
            <a:hlinkClick r:id="" action="ppaction://noaction"/>
            <a:extLst>
              <a:ext uri="{FF2B5EF4-FFF2-40B4-BE49-F238E27FC236}">
                <a16:creationId xmlns:a16="http://schemas.microsoft.com/office/drawing/2014/main" id="{541006C4-7E63-F9C2-E8D8-FB5F2090E5D0}"/>
              </a:ext>
            </a:extLst>
          </p:cNvPr>
          <p:cNvSpPr/>
          <p:nvPr/>
        </p:nvSpPr>
        <p:spPr>
          <a:xfrm>
            <a:off x="5867067" y="2312351"/>
            <a:ext cx="1910751" cy="1270475"/>
          </a:xfrm>
          <a:prstGeom prst="roundRect">
            <a:avLst>
              <a:gd name="adj" fmla="val 5570"/>
            </a:avLst>
          </a:prstGeom>
          <a:solidFill>
            <a:schemeClr val="accent1"/>
          </a:solidFill>
          <a:ln w="9525" cap="flat" cmpd="sng">
            <a:solidFill>
              <a:schemeClr val="accent1"/>
            </a:solidFill>
            <a:prstDash val="solid"/>
            <a:round/>
            <a:headEnd type="none" w="sm" len="sm"/>
            <a:tailEnd type="none" w="sm" len="sm"/>
          </a:ln>
          <a:effectLst>
            <a:outerShdw blurRad="107950" dist="12700" dir="5400000" algn="ctr">
              <a:srgbClr val="000000"/>
            </a:outerShdw>
          </a:effectLst>
        </p:spPr>
        <p:txBody>
          <a:bodyPr spcFirstLastPara="1" wrap="square" lIns="91425" tIns="91425" rIns="91425" bIns="91425" anchor="ctr" anchorCtr="0">
            <a:noAutofit/>
          </a:bodyPr>
          <a:lstStyle/>
          <a:p>
            <a:pPr lvl="0"/>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Mencatat</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transaksi</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setelah</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pembayaran</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dikonfirmasi</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pPr lvl="0"/>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Mencegah</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duplikasi</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data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akibat</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refresh </a:t>
            </a:r>
            <a:r>
              <a:rPr lang="en-ID" sz="105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halaman</a:t>
            </a:r>
            <a:r>
              <a:rPr lang="en-ID" sz="105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endParaRPr sz="105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157"/>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0"/>
                                  </p:stCondLst>
                                  <p:childTnLst>
                                    <p:set>
                                      <p:cBhvr>
                                        <p:cTn id="9" dur="1" fill="hold">
                                          <p:stCondLst>
                                            <p:cond delay="0"/>
                                          </p:stCondLst>
                                        </p:cTn>
                                        <p:tgtEl>
                                          <p:spTgt spid="2158"/>
                                        </p:tgtEl>
                                        <p:attrNameLst>
                                          <p:attrName>style.visibility</p:attrName>
                                        </p:attrNameLst>
                                      </p:cBhvr>
                                      <p:to>
                                        <p:strVal val="visible"/>
                                      </p:to>
                                    </p:set>
                                  </p:childTnLst>
                                </p:cTn>
                              </p:par>
                            </p:childTnLst>
                          </p:cTn>
                        </p:par>
                        <p:par>
                          <p:cTn id="10" fill="hold">
                            <p:stCondLst>
                              <p:cond delay="2000"/>
                            </p:stCondLst>
                            <p:childTnLst>
                              <p:par>
                                <p:cTn id="11" presetID="1" presetClass="exit" presetSubtype="0" fill="hold" nodeType="afterEffect">
                                  <p:stCondLst>
                                    <p:cond delay="0"/>
                                  </p:stCondLst>
                                  <p:childTnLst>
                                    <p:set>
                                      <p:cBhvr>
                                        <p:cTn id="12" dur="1" fill="hold">
                                          <p:stCondLst>
                                            <p:cond delay="1000"/>
                                          </p:stCondLst>
                                        </p:cTn>
                                        <p:tgtEl>
                                          <p:spTgt spid="2156"/>
                                        </p:tgtEl>
                                        <p:attrNameLst>
                                          <p:attrName>style.visibility</p:attrName>
                                        </p:attrNameLst>
                                      </p:cBhvr>
                                      <p:to>
                                        <p:strVal val="hidden"/>
                                      </p:to>
                                    </p:set>
                                  </p:childTnLst>
                                </p:cTn>
                              </p:par>
                            </p:childTnLst>
                          </p:cTn>
                        </p:par>
                        <p:par>
                          <p:cTn id="13" fill="hold">
                            <p:stCondLst>
                              <p:cond delay="3000"/>
                            </p:stCondLst>
                            <p:childTnLst>
                              <p:par>
                                <p:cTn id="14" presetID="1" presetClass="exit" presetSubtype="0" fill="hold" nodeType="afterEffect">
                                  <p:stCondLst>
                                    <p:cond delay="0"/>
                                  </p:stCondLst>
                                  <p:childTnLst>
                                    <p:set>
                                      <p:cBhvr>
                                        <p:cTn id="15" dur="1" fill="hold">
                                          <p:stCondLst>
                                            <p:cond delay="1000"/>
                                          </p:stCondLst>
                                        </p:cTn>
                                        <p:tgtEl>
                                          <p:spTgt spid="21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2487"/>
        <p:cNvGrpSpPr/>
        <p:nvPr/>
      </p:nvGrpSpPr>
      <p:grpSpPr>
        <a:xfrm>
          <a:off x="0" y="0"/>
          <a:ext cx="0" cy="0"/>
          <a:chOff x="0" y="0"/>
          <a:chExt cx="0" cy="0"/>
        </a:xfrm>
      </p:grpSpPr>
      <p:sp>
        <p:nvSpPr>
          <p:cNvPr id="5" name="Title 4">
            <a:extLst>
              <a:ext uri="{FF2B5EF4-FFF2-40B4-BE49-F238E27FC236}">
                <a16:creationId xmlns:a16="http://schemas.microsoft.com/office/drawing/2014/main" id="{5CDE4DBC-E2E3-C024-10F6-43BEE5422DE5}"/>
              </a:ext>
            </a:extLst>
          </p:cNvPr>
          <p:cNvSpPr>
            <a:spLocks noGrp="1"/>
          </p:cNvSpPr>
          <p:nvPr>
            <p:ph type="title"/>
          </p:nvPr>
        </p:nvSpPr>
        <p:spPr/>
        <p:txBody>
          <a:bodyPr/>
          <a:lstStyle/>
          <a:p>
            <a:r>
              <a:rPr lang="en-US" sz="1600" b="1" i="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ANALISIS </a:t>
            </a:r>
            <a:r>
              <a:rPr lang="en-US" sz="1600" b="1" i="0" dirty="0">
                <a:solidFill>
                  <a:schemeClr val="accent2"/>
                </a:solidFill>
                <a:effectLst/>
                <a:latin typeface="ADLaM Display" panose="02010000000000000000" pitchFamily="2" charset="0"/>
                <a:ea typeface="ADLaM Display" panose="02010000000000000000" pitchFamily="2" charset="0"/>
                <a:cs typeface="ADLaM Display" panose="02010000000000000000" pitchFamily="2" charset="0"/>
              </a:rPr>
              <a:t>METRIK </a:t>
            </a:r>
            <a:r>
              <a:rPr lang="en-US" sz="1600" b="1" i="0" dirty="0">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KUNCI </a:t>
            </a:r>
            <a:r>
              <a:rPr lang="en-US" sz="1600" b="1" i="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&amp; </a:t>
            </a:r>
            <a:r>
              <a:rPr lang="en-US" sz="1600" b="1" i="0" dirty="0">
                <a:solidFill>
                  <a:schemeClr val="accent2"/>
                </a:solidFill>
                <a:effectLst/>
                <a:latin typeface="ADLaM Display" panose="02010000000000000000" pitchFamily="2" charset="0"/>
                <a:ea typeface="ADLaM Display" panose="02010000000000000000" pitchFamily="2" charset="0"/>
                <a:cs typeface="ADLaM Display" panose="02010000000000000000" pitchFamily="2" charset="0"/>
              </a:rPr>
              <a:t>OPTIMASI </a:t>
            </a:r>
            <a:r>
              <a:rPr lang="en-US" sz="1600" b="1" i="0" dirty="0">
                <a:effectLst/>
                <a:latin typeface="ADLaM Display" panose="02010000000000000000" pitchFamily="2" charset="0"/>
                <a:ea typeface="ADLaM Display" panose="02010000000000000000" pitchFamily="2" charset="0"/>
                <a:cs typeface="ADLaM Display" panose="02010000000000000000" pitchFamily="2" charset="0"/>
              </a:rPr>
              <a:t>SISTEM </a:t>
            </a:r>
            <a:r>
              <a:rPr lang="en-US" sz="1600" b="1" i="0" dirty="0">
                <a:solidFill>
                  <a:schemeClr val="accent4"/>
                </a:solidFill>
                <a:effectLst/>
                <a:latin typeface="ADLaM Display" panose="02010000000000000000" pitchFamily="2" charset="0"/>
                <a:ea typeface="ADLaM Display" panose="02010000000000000000" pitchFamily="2" charset="0"/>
                <a:cs typeface="ADLaM Display" panose="02010000000000000000" pitchFamily="2" charset="0"/>
              </a:rPr>
              <a:t>BERBASIS </a:t>
            </a:r>
            <a:r>
              <a:rPr lang="en-US" sz="1600" b="1" i="0" dirty="0">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DATA</a:t>
            </a:r>
            <a:endParaRPr lang="en-US" sz="1600" dirty="0">
              <a:solidFill>
                <a:schemeClr val="accent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03A9CE11-3700-32E8-9E23-038B1ED3E6CC}"/>
              </a:ext>
            </a:extLst>
          </p:cNvPr>
          <p:cNvSpPr txBox="1"/>
          <p:nvPr/>
        </p:nvSpPr>
        <p:spPr>
          <a:xfrm>
            <a:off x="1226859" y="1189088"/>
            <a:ext cx="3558241" cy="280076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Metrik</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Utama yang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Dipantau</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a:t>
            </a:r>
          </a:p>
          <a:p>
            <a:pPr lvl="4" eaLnBrk="0" fontAlgn="base" hangingPunct="0">
              <a:spcBef>
                <a:spcPct val="0"/>
              </a:spcBef>
              <a:spcAft>
                <a:spcPct val="0"/>
              </a:spcAft>
              <a:buClrTx/>
              <a:buFontTx/>
              <a:buChar char="•"/>
            </a:pP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Active Users &amp; Sessions: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Jumlah</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individu</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unik</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dan total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sesi</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kunjungan</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ke</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platform.</a:t>
            </a:r>
          </a:p>
          <a:p>
            <a:pPr lvl="4" eaLnBrk="0" fontAlgn="base" hangingPunct="0">
              <a:spcBef>
                <a:spcPct val="0"/>
              </a:spcBef>
              <a:spcAft>
                <a:spcPct val="0"/>
              </a:spcAft>
              <a:buClrTx/>
              <a:buFontTx/>
              <a:buChar char="•"/>
            </a:pP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Traffic Acquisition: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Sumber</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kedatangan</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pengguna</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(Direct, Organic Search, Referral).</a:t>
            </a:r>
          </a:p>
          <a:p>
            <a:pPr lvl="4" eaLnBrk="0" fontAlgn="base" hangingPunct="0">
              <a:spcBef>
                <a:spcPct val="0"/>
              </a:spcBef>
              <a:spcAft>
                <a:spcPct val="0"/>
              </a:spcAft>
              <a:buClrTx/>
              <a:buFontTx/>
              <a:buChar char="•"/>
            </a:pP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Cart Abandonment Rate: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Persentase</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pengguna</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yang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memulai</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checkout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namun</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tidak</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selesai</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mengunggah</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bukti</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bayar</a:t>
            </a:r>
            <a:r>
              <a:rPr kumimoji="0" lang="en-US" altLang="en-US" sz="16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a:t>
            </a:r>
          </a:p>
        </p:txBody>
      </p:sp>
      <p:sp>
        <p:nvSpPr>
          <p:cNvPr id="8" name="TextBox 7">
            <a:extLst>
              <a:ext uri="{FF2B5EF4-FFF2-40B4-BE49-F238E27FC236}">
                <a16:creationId xmlns:a16="http://schemas.microsoft.com/office/drawing/2014/main" id="{A142F8AC-2787-9EF0-3EEA-740053E85671}"/>
              </a:ext>
            </a:extLst>
          </p:cNvPr>
          <p:cNvSpPr txBox="1"/>
          <p:nvPr/>
        </p:nvSpPr>
        <p:spPr>
          <a:xfrm>
            <a:off x="4488238" y="1153023"/>
            <a:ext cx="3428903" cy="280076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Manfaat</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Pengambilan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Keputusan:</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Evaluasi</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kinerja</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paket</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Paket</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terpopuler</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vs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paket</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dengan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konversi</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tertinggi</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Perbaikan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UI/UX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halaman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pembayaran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berdasarkan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deteksi</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drop-off point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tertinggi</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Pengalokasian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anggaran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pemasaran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ke</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saluran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akuisisi</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yang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terbukti</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600" b="1"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menghasilkan</a:t>
            </a:r>
            <a:r>
              <a:rPr kumimoji="0" lang="en-US" altLang="en-US" sz="16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profit.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2487"/>
        <p:cNvGrpSpPr/>
        <p:nvPr/>
      </p:nvGrpSpPr>
      <p:grpSpPr>
        <a:xfrm>
          <a:off x="0" y="0"/>
          <a:ext cx="0" cy="0"/>
          <a:chOff x="0" y="0"/>
          <a:chExt cx="0" cy="0"/>
        </a:xfrm>
      </p:grpSpPr>
      <p:grpSp>
        <p:nvGrpSpPr>
          <p:cNvPr id="2488" name="Google Shape;2488;p78"/>
          <p:cNvGrpSpPr/>
          <p:nvPr/>
        </p:nvGrpSpPr>
        <p:grpSpPr>
          <a:xfrm>
            <a:off x="326011" y="326378"/>
            <a:ext cx="2449272" cy="4547269"/>
            <a:chOff x="326011" y="326378"/>
            <a:chExt cx="2449272" cy="4547269"/>
          </a:xfrm>
        </p:grpSpPr>
        <p:sp>
          <p:nvSpPr>
            <p:cNvPr id="2489" name="Google Shape;2489;p78"/>
            <p:cNvSpPr/>
            <p:nvPr/>
          </p:nvSpPr>
          <p:spPr>
            <a:xfrm>
              <a:off x="2558647" y="4821463"/>
              <a:ext cx="216636"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78"/>
            <p:cNvSpPr/>
            <p:nvPr/>
          </p:nvSpPr>
          <p:spPr>
            <a:xfrm>
              <a:off x="611317" y="348128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78"/>
            <p:cNvSpPr/>
            <p:nvPr/>
          </p:nvSpPr>
          <p:spPr>
            <a:xfrm>
              <a:off x="750617" y="1246452"/>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3"/>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78"/>
            <p:cNvSpPr/>
            <p:nvPr/>
          </p:nvSpPr>
          <p:spPr>
            <a:xfrm>
              <a:off x="380067" y="77988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78"/>
            <p:cNvSpPr/>
            <p:nvPr/>
          </p:nvSpPr>
          <p:spPr>
            <a:xfrm>
              <a:off x="552867" y="4576414"/>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78"/>
            <p:cNvSpPr/>
            <p:nvPr/>
          </p:nvSpPr>
          <p:spPr>
            <a:xfrm>
              <a:off x="444367" y="2791127"/>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78"/>
            <p:cNvSpPr/>
            <p:nvPr/>
          </p:nvSpPr>
          <p:spPr>
            <a:xfrm>
              <a:off x="326011" y="1797625"/>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78"/>
            <p:cNvSpPr/>
            <p:nvPr/>
          </p:nvSpPr>
          <p:spPr>
            <a:xfrm>
              <a:off x="1375100" y="326378"/>
              <a:ext cx="64293" cy="64293"/>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78"/>
            <p:cNvSpPr/>
            <p:nvPr/>
          </p:nvSpPr>
          <p:spPr>
            <a:xfrm>
              <a:off x="1375092" y="4809339"/>
              <a:ext cx="64307" cy="64307"/>
            </a:xfrm>
            <a:custGeom>
              <a:avLst/>
              <a:gdLst/>
              <a:ahLst/>
              <a:cxnLst/>
              <a:rect l="l" t="t" r="r" b="b"/>
              <a:pathLst>
                <a:path w="5533" h="5533" fill="none" extrusionOk="0">
                  <a:moveTo>
                    <a:pt x="5533" y="2766"/>
                  </a:moveTo>
                  <a:cubicBezTo>
                    <a:pt x="5533" y="4297"/>
                    <a:pt x="4297" y="5532"/>
                    <a:pt x="2767" y="5532"/>
                  </a:cubicBezTo>
                  <a:cubicBezTo>
                    <a:pt x="1236" y="5532"/>
                    <a:pt x="1" y="4297"/>
                    <a:pt x="1" y="2766"/>
                  </a:cubicBezTo>
                  <a:cubicBezTo>
                    <a:pt x="1" y="1236"/>
                    <a:pt x="1236" y="0"/>
                    <a:pt x="2767" y="0"/>
                  </a:cubicBezTo>
                  <a:cubicBezTo>
                    <a:pt x="4297" y="0"/>
                    <a:pt x="5533" y="1236"/>
                    <a:pt x="5533" y="2766"/>
                  </a:cubicBezTo>
                  <a:close/>
                </a:path>
              </a:pathLst>
            </a:custGeom>
            <a:noFill/>
            <a:ln w="5525" cap="flat" cmpd="sng">
              <a:solidFill>
                <a:schemeClr val="accent4"/>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78"/>
            <p:cNvSpPr/>
            <p:nvPr/>
          </p:nvSpPr>
          <p:spPr>
            <a:xfrm>
              <a:off x="370211" y="4106388"/>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1"/>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78"/>
            <p:cNvSpPr/>
            <p:nvPr/>
          </p:nvSpPr>
          <p:spPr>
            <a:xfrm>
              <a:off x="369936" y="1070700"/>
              <a:ext cx="301022" cy="40077"/>
            </a:xfrm>
            <a:custGeom>
              <a:avLst/>
              <a:gdLst/>
              <a:ahLst/>
              <a:cxnLst/>
              <a:rect l="l" t="t" r="r" b="b"/>
              <a:pathLst>
                <a:path w="35719" h="3449" fill="none" extrusionOk="0">
                  <a:moveTo>
                    <a:pt x="1715" y="3449"/>
                  </a:moveTo>
                  <a:lnTo>
                    <a:pt x="33986" y="3449"/>
                  </a:lnTo>
                  <a:cubicBezTo>
                    <a:pt x="34944" y="3449"/>
                    <a:pt x="35719" y="2674"/>
                    <a:pt x="35719" y="1734"/>
                  </a:cubicBezTo>
                  <a:lnTo>
                    <a:pt x="35719" y="1734"/>
                  </a:lnTo>
                  <a:cubicBezTo>
                    <a:pt x="35719" y="775"/>
                    <a:pt x="34944" y="0"/>
                    <a:pt x="33986" y="0"/>
                  </a:cubicBezTo>
                  <a:lnTo>
                    <a:pt x="1715" y="0"/>
                  </a:lnTo>
                  <a:cubicBezTo>
                    <a:pt x="775" y="0"/>
                    <a:pt x="0" y="775"/>
                    <a:pt x="0" y="1734"/>
                  </a:cubicBezTo>
                  <a:lnTo>
                    <a:pt x="0" y="1734"/>
                  </a:lnTo>
                  <a:cubicBezTo>
                    <a:pt x="0" y="2674"/>
                    <a:pt x="775" y="3449"/>
                    <a:pt x="1715" y="3449"/>
                  </a:cubicBezTo>
                  <a:close/>
                </a:path>
              </a:pathLst>
            </a:custGeom>
            <a:noFill/>
            <a:ln w="5525" cap="flat" cmpd="sng">
              <a:solidFill>
                <a:schemeClr val="accent2"/>
              </a:solidFill>
              <a:prstDash val="solid"/>
              <a:miter lim="1844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01" name="Google Shape;2501;p78"/>
          <p:cNvSpPr/>
          <p:nvPr/>
        </p:nvSpPr>
        <p:spPr>
          <a:xfrm>
            <a:off x="814925" y="539503"/>
            <a:ext cx="7432399" cy="500753"/>
          </a:xfrm>
          <a:custGeom>
            <a:avLst/>
            <a:gdLst/>
            <a:ahLst/>
            <a:cxnLst/>
            <a:rect l="l" t="t" r="r" b="b"/>
            <a:pathLst>
              <a:path w="285176" h="20331" extrusionOk="0">
                <a:moveTo>
                  <a:pt x="10165" y="0"/>
                </a:moveTo>
                <a:cubicBezTo>
                  <a:pt x="4554" y="0"/>
                  <a:pt x="0" y="4554"/>
                  <a:pt x="0" y="10165"/>
                </a:cubicBezTo>
                <a:cubicBezTo>
                  <a:pt x="0" y="15776"/>
                  <a:pt x="4554" y="20330"/>
                  <a:pt x="10165" y="20330"/>
                </a:cubicBezTo>
                <a:lnTo>
                  <a:pt x="275010" y="20330"/>
                </a:lnTo>
                <a:cubicBezTo>
                  <a:pt x="280621" y="20330"/>
                  <a:pt x="285175" y="15776"/>
                  <a:pt x="285175" y="10165"/>
                </a:cubicBezTo>
                <a:cubicBezTo>
                  <a:pt x="285175" y="4554"/>
                  <a:pt x="280621" y="0"/>
                  <a:pt x="275010" y="0"/>
                </a:cubicBezTo>
                <a:close/>
              </a:path>
            </a:pathLst>
          </a:custGeom>
          <a:solidFill>
            <a:srgbClr val="FFFFFF"/>
          </a:solidFill>
          <a:ln>
            <a:noFill/>
          </a:ln>
          <a:effectLst>
            <a:outerShdw blurRad="57150" dist="19050" dir="54000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78"/>
          <p:cNvSpPr/>
          <p:nvPr/>
        </p:nvSpPr>
        <p:spPr>
          <a:xfrm>
            <a:off x="1091993" y="595564"/>
            <a:ext cx="392151" cy="388620"/>
          </a:xfrm>
          <a:custGeom>
            <a:avLst/>
            <a:gdLst/>
            <a:ahLst/>
            <a:cxnLst/>
            <a:rect l="l" t="t" r="r" b="b"/>
            <a:pathLst>
              <a:path w="209147" h="207264" extrusionOk="0">
                <a:moveTo>
                  <a:pt x="90787" y="25958"/>
                </a:moveTo>
                <a:cubicBezTo>
                  <a:pt x="126698" y="25958"/>
                  <a:pt x="155750" y="55010"/>
                  <a:pt x="155750" y="90787"/>
                </a:cubicBezTo>
                <a:cubicBezTo>
                  <a:pt x="155750" y="126698"/>
                  <a:pt x="126698" y="155750"/>
                  <a:pt x="90787" y="155750"/>
                </a:cubicBezTo>
                <a:cubicBezTo>
                  <a:pt x="55010" y="155750"/>
                  <a:pt x="25958" y="126698"/>
                  <a:pt x="25958" y="90787"/>
                </a:cubicBezTo>
                <a:cubicBezTo>
                  <a:pt x="25958" y="55010"/>
                  <a:pt x="55010" y="25958"/>
                  <a:pt x="90787" y="25958"/>
                </a:cubicBezTo>
                <a:close/>
                <a:moveTo>
                  <a:pt x="90787" y="0"/>
                </a:moveTo>
                <a:cubicBezTo>
                  <a:pt x="40619" y="0"/>
                  <a:pt x="0" y="40619"/>
                  <a:pt x="0" y="90787"/>
                </a:cubicBezTo>
                <a:cubicBezTo>
                  <a:pt x="0" y="140955"/>
                  <a:pt x="40619" y="181709"/>
                  <a:pt x="90787" y="181709"/>
                </a:cubicBezTo>
                <a:cubicBezTo>
                  <a:pt x="108810" y="181709"/>
                  <a:pt x="125622" y="176194"/>
                  <a:pt x="139745" y="167183"/>
                </a:cubicBezTo>
                <a:lnTo>
                  <a:pt x="174042" y="201615"/>
                </a:lnTo>
                <a:cubicBezTo>
                  <a:pt x="177875" y="205381"/>
                  <a:pt x="182852" y="207264"/>
                  <a:pt x="187828" y="207264"/>
                </a:cubicBezTo>
                <a:cubicBezTo>
                  <a:pt x="192805" y="207264"/>
                  <a:pt x="197781" y="205381"/>
                  <a:pt x="201615" y="201615"/>
                </a:cubicBezTo>
                <a:cubicBezTo>
                  <a:pt x="209147" y="193948"/>
                  <a:pt x="209147" y="181709"/>
                  <a:pt x="201615" y="174042"/>
                </a:cubicBezTo>
                <a:lnTo>
                  <a:pt x="167183" y="139745"/>
                </a:lnTo>
                <a:cubicBezTo>
                  <a:pt x="176329" y="125622"/>
                  <a:pt x="181709" y="108810"/>
                  <a:pt x="181709" y="90787"/>
                </a:cubicBezTo>
                <a:cubicBezTo>
                  <a:pt x="181709" y="40619"/>
                  <a:pt x="140955" y="0"/>
                  <a:pt x="90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78"/>
          <p:cNvSpPr txBox="1">
            <a:spLocks noGrp="1"/>
          </p:cNvSpPr>
          <p:nvPr>
            <p:ph type="title"/>
          </p:nvPr>
        </p:nvSpPr>
        <p:spPr>
          <a:xfrm>
            <a:off x="1540666" y="589155"/>
            <a:ext cx="6483000" cy="475500"/>
          </a:xfrm>
          <a:prstGeom prst="rect">
            <a:avLst/>
          </a:prstGeom>
        </p:spPr>
        <p:txBody>
          <a:bodyPr spcFirstLastPara="1" wrap="square" lIns="91425" tIns="91425" rIns="91425" bIns="91425" anchor="ctr" anchorCtr="0">
            <a:noAutofit/>
          </a:bodyPr>
          <a:lstStyle/>
          <a:p>
            <a:r>
              <a:rPr lang="en-ID" sz="2000" b="0"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Kapan Data Bisa </a:t>
            </a:r>
            <a:r>
              <a:rPr lang="en-ID" sz="2000" b="0" dirty="0" err="1">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Dilihat</a:t>
            </a:r>
            <a:r>
              <a:rPr lang="en-ID" sz="2000" b="0"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a:t>
            </a:r>
          </a:p>
        </p:txBody>
      </p:sp>
      <p:sp>
        <p:nvSpPr>
          <p:cNvPr id="2520" name="Google Shape;2520;p78">
            <a:hlinkClick r:id="rId3" action="ppaction://hlinksldjump"/>
          </p:cNvPr>
          <p:cNvSpPr/>
          <p:nvPr/>
        </p:nvSpPr>
        <p:spPr>
          <a:xfrm rot="5400000">
            <a:off x="8135450" y="1556928"/>
            <a:ext cx="950100" cy="62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78">
            <a:hlinkClick r:id="" action="ppaction://noaction"/>
          </p:cNvPr>
          <p:cNvSpPr/>
          <p:nvPr/>
        </p:nvSpPr>
        <p:spPr>
          <a:xfrm rot="5400000">
            <a:off x="8100942" y="589675"/>
            <a:ext cx="1019100" cy="6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78">
            <a:hlinkClick r:id="" action="ppaction://noaction"/>
          </p:cNvPr>
          <p:cNvSpPr/>
          <p:nvPr/>
        </p:nvSpPr>
        <p:spPr>
          <a:xfrm rot="5400000">
            <a:off x="8089092" y="2537633"/>
            <a:ext cx="1042800" cy="62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78">
            <a:hlinkClick r:id="" action="ppaction://noaction"/>
          </p:cNvPr>
          <p:cNvSpPr/>
          <p:nvPr/>
        </p:nvSpPr>
        <p:spPr>
          <a:xfrm rot="5400000">
            <a:off x="8100942" y="4501251"/>
            <a:ext cx="1019100" cy="6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78">
            <a:hlinkClick r:id="" action="ppaction://noaction"/>
          </p:cNvPr>
          <p:cNvSpPr/>
          <p:nvPr/>
        </p:nvSpPr>
        <p:spPr>
          <a:xfrm rot="5400000">
            <a:off x="8141446" y="3528444"/>
            <a:ext cx="938100" cy="6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78">
            <a:hlinkClick r:id="" action="ppaction://noaction"/>
          </p:cNvPr>
          <p:cNvSpPr txBox="1"/>
          <p:nvPr/>
        </p:nvSpPr>
        <p:spPr>
          <a:xfrm>
            <a:off x="8189650" y="470225"/>
            <a:ext cx="440400" cy="28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chemeClr val="accent4"/>
                </a:solidFill>
                <a:latin typeface="Ubuntu"/>
                <a:ea typeface="Ubuntu"/>
                <a:cs typeface="Ubuntu"/>
                <a:sym typeface="Ubuntu"/>
              </a:rPr>
              <a:t>M</a:t>
            </a:r>
            <a:endParaRPr b="1">
              <a:solidFill>
                <a:schemeClr val="accent4"/>
              </a:solidFill>
              <a:latin typeface="Ubuntu"/>
              <a:ea typeface="Ubuntu"/>
              <a:cs typeface="Ubuntu"/>
              <a:sym typeface="Ubuntu"/>
            </a:endParaRPr>
          </a:p>
        </p:txBody>
      </p:sp>
      <p:sp>
        <p:nvSpPr>
          <p:cNvPr id="2526" name="Google Shape;2526;p78">
            <a:hlinkClick r:id="rId3" action="ppaction://hlinksldjump"/>
          </p:cNvPr>
          <p:cNvSpPr txBox="1"/>
          <p:nvPr/>
        </p:nvSpPr>
        <p:spPr>
          <a:xfrm>
            <a:off x="8189650" y="1476316"/>
            <a:ext cx="440400" cy="28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chemeClr val="accent2"/>
                </a:solidFill>
                <a:latin typeface="Ubuntu"/>
                <a:ea typeface="Ubuntu"/>
                <a:cs typeface="Ubuntu"/>
                <a:sym typeface="Ubuntu"/>
              </a:rPr>
              <a:t>T</a:t>
            </a:r>
            <a:endParaRPr b="1">
              <a:solidFill>
                <a:schemeClr val="accent2"/>
              </a:solidFill>
              <a:latin typeface="Ubuntu"/>
              <a:ea typeface="Ubuntu"/>
              <a:cs typeface="Ubuntu"/>
              <a:sym typeface="Ubuntu"/>
            </a:endParaRPr>
          </a:p>
        </p:txBody>
      </p:sp>
      <p:sp>
        <p:nvSpPr>
          <p:cNvPr id="2527" name="Google Shape;2527;p78">
            <a:hlinkClick r:id="" action="ppaction://noaction"/>
          </p:cNvPr>
          <p:cNvSpPr txBox="1"/>
          <p:nvPr/>
        </p:nvSpPr>
        <p:spPr>
          <a:xfrm>
            <a:off x="8189650" y="2400638"/>
            <a:ext cx="440400" cy="28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chemeClr val="accent1"/>
                </a:solidFill>
                <a:latin typeface="Ubuntu"/>
                <a:ea typeface="Ubuntu"/>
                <a:cs typeface="Ubuntu"/>
                <a:sym typeface="Ubuntu"/>
              </a:rPr>
              <a:t>W</a:t>
            </a:r>
            <a:endParaRPr b="1">
              <a:solidFill>
                <a:schemeClr val="accent1"/>
              </a:solidFill>
              <a:latin typeface="Ubuntu"/>
              <a:ea typeface="Ubuntu"/>
              <a:cs typeface="Ubuntu"/>
              <a:sym typeface="Ubuntu"/>
            </a:endParaRPr>
          </a:p>
        </p:txBody>
      </p:sp>
      <p:sp>
        <p:nvSpPr>
          <p:cNvPr id="2528" name="Google Shape;2528;p78">
            <a:hlinkClick r:id="" action="ppaction://noaction"/>
          </p:cNvPr>
          <p:cNvSpPr txBox="1"/>
          <p:nvPr/>
        </p:nvSpPr>
        <p:spPr>
          <a:xfrm>
            <a:off x="8189650" y="3423511"/>
            <a:ext cx="440400" cy="28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chemeClr val="accent3"/>
                </a:solidFill>
                <a:latin typeface="Ubuntu"/>
                <a:ea typeface="Ubuntu"/>
                <a:cs typeface="Ubuntu"/>
                <a:sym typeface="Ubuntu"/>
              </a:rPr>
              <a:t>T</a:t>
            </a:r>
            <a:endParaRPr b="1">
              <a:solidFill>
                <a:schemeClr val="accent3"/>
              </a:solidFill>
              <a:latin typeface="Ubuntu"/>
              <a:ea typeface="Ubuntu"/>
              <a:cs typeface="Ubuntu"/>
              <a:sym typeface="Ubuntu"/>
            </a:endParaRPr>
          </a:p>
        </p:txBody>
      </p:sp>
      <p:sp>
        <p:nvSpPr>
          <p:cNvPr id="2529" name="Google Shape;2529;p78">
            <a:hlinkClick r:id="" action="ppaction://noaction"/>
          </p:cNvPr>
          <p:cNvSpPr txBox="1"/>
          <p:nvPr/>
        </p:nvSpPr>
        <p:spPr>
          <a:xfrm>
            <a:off x="8189650" y="4362805"/>
            <a:ext cx="440400" cy="28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chemeClr val="accent4"/>
                </a:solidFill>
                <a:latin typeface="Ubuntu"/>
                <a:ea typeface="Ubuntu"/>
                <a:cs typeface="Ubuntu"/>
                <a:sym typeface="Ubuntu"/>
              </a:rPr>
              <a:t>F</a:t>
            </a:r>
            <a:endParaRPr b="1">
              <a:solidFill>
                <a:schemeClr val="accent4"/>
              </a:solidFill>
              <a:latin typeface="Ubuntu"/>
              <a:ea typeface="Ubuntu"/>
              <a:cs typeface="Ubuntu"/>
              <a:sym typeface="Ubuntu"/>
            </a:endParaRPr>
          </a:p>
        </p:txBody>
      </p:sp>
      <p:grpSp>
        <p:nvGrpSpPr>
          <p:cNvPr id="2530" name="Google Shape;2530;p78"/>
          <p:cNvGrpSpPr/>
          <p:nvPr/>
        </p:nvGrpSpPr>
        <p:grpSpPr>
          <a:xfrm>
            <a:off x="6935171" y="696541"/>
            <a:ext cx="195284" cy="195284"/>
            <a:chOff x="5660400" y="238125"/>
            <a:chExt cx="481825" cy="481825"/>
          </a:xfrm>
        </p:grpSpPr>
        <p:sp>
          <p:nvSpPr>
            <p:cNvPr id="2531" name="Google Shape;2531;p78"/>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532" name="Google Shape;2532;p78"/>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2533" name="Google Shape;2533;p78">
            <a:hlinkClick r:id="" action="ppaction://noaction"/>
          </p:cNvPr>
          <p:cNvSpPr/>
          <p:nvPr/>
        </p:nvSpPr>
        <p:spPr>
          <a:xfrm>
            <a:off x="6934475" y="681975"/>
            <a:ext cx="195900" cy="21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78">
            <a:hlinkClick r:id="rId4" action="ppaction://hlinksldjump"/>
          </p:cNvPr>
          <p:cNvSpPr/>
          <p:nvPr/>
        </p:nvSpPr>
        <p:spPr>
          <a:xfrm>
            <a:off x="7246284" y="695850"/>
            <a:ext cx="213106" cy="195722"/>
          </a:xfrm>
          <a:custGeom>
            <a:avLst/>
            <a:gdLst/>
            <a:ahLst/>
            <a:cxnLst/>
            <a:rect l="l" t="t" r="r" b="b"/>
            <a:pathLst>
              <a:path w="34372" h="31568" extrusionOk="0">
                <a:moveTo>
                  <a:pt x="17158" y="1"/>
                </a:moveTo>
                <a:cubicBezTo>
                  <a:pt x="11439" y="3246"/>
                  <a:pt x="5719" y="6490"/>
                  <a:pt x="0" y="9735"/>
                </a:cubicBezTo>
                <a:lnTo>
                  <a:pt x="2750" y="9735"/>
                </a:lnTo>
                <a:lnTo>
                  <a:pt x="2750" y="31567"/>
                </a:lnTo>
                <a:lnTo>
                  <a:pt x="11659" y="31567"/>
                </a:lnTo>
                <a:lnTo>
                  <a:pt x="11659" y="17379"/>
                </a:lnTo>
                <a:lnTo>
                  <a:pt x="23373" y="17379"/>
                </a:lnTo>
                <a:lnTo>
                  <a:pt x="23373" y="31567"/>
                </a:lnTo>
                <a:lnTo>
                  <a:pt x="31622" y="31567"/>
                </a:lnTo>
                <a:lnTo>
                  <a:pt x="31622" y="9735"/>
                </a:lnTo>
                <a:lnTo>
                  <a:pt x="34371" y="9735"/>
                </a:lnTo>
                <a:cubicBezTo>
                  <a:pt x="28597" y="6490"/>
                  <a:pt x="22878" y="3246"/>
                  <a:pt x="171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78">
            <a:hlinkClick r:id="" action="ppaction://hlinkshowjump?jump=nextslide"/>
          </p:cNvPr>
          <p:cNvSpPr/>
          <p:nvPr/>
        </p:nvSpPr>
        <p:spPr>
          <a:xfrm>
            <a:off x="7870218" y="695853"/>
            <a:ext cx="145409" cy="215293"/>
          </a:xfrm>
          <a:custGeom>
            <a:avLst/>
            <a:gdLst/>
            <a:ahLst/>
            <a:cxnLst/>
            <a:rect l="l" t="t" r="r" b="b"/>
            <a:pathLst>
              <a:path w="1649" h="2442" extrusionOk="0">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78">
            <a:hlinkClick r:id="" action="ppaction://hlinkshowjump?jump=previousslide"/>
          </p:cNvPr>
          <p:cNvSpPr/>
          <p:nvPr/>
        </p:nvSpPr>
        <p:spPr>
          <a:xfrm rot="10800000">
            <a:off x="7575225" y="695855"/>
            <a:ext cx="145409" cy="215293"/>
          </a:xfrm>
          <a:custGeom>
            <a:avLst/>
            <a:gdLst/>
            <a:ahLst/>
            <a:cxnLst/>
            <a:rect l="l" t="t" r="r" b="b"/>
            <a:pathLst>
              <a:path w="1649" h="2442" extrusionOk="0">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extBox 6">
            <a:extLst>
              <a:ext uri="{FF2B5EF4-FFF2-40B4-BE49-F238E27FC236}">
                <a16:creationId xmlns:a16="http://schemas.microsoft.com/office/drawing/2014/main" id="{A0A8FD54-95F2-28EB-930B-0BFCEB4A5CF3}"/>
              </a:ext>
            </a:extLst>
          </p:cNvPr>
          <p:cNvSpPr txBox="1"/>
          <p:nvPr/>
        </p:nvSpPr>
        <p:spPr>
          <a:xfrm>
            <a:off x="1226859" y="1189088"/>
            <a:ext cx="4028342" cy="313932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Realtime Report:</a:t>
            </a:r>
            <a:r>
              <a:rPr kumimoji="0" lang="en-US" altLang="en-US" sz="1800" b="0"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Menampilkan</a:t>
            </a:r>
            <a:r>
              <a:rPr kumimoji="0" lang="en-US" altLang="en-US" sz="1800" b="0"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data 30 </a:t>
            </a:r>
            <a:r>
              <a:rPr kumimoji="0" lang="en-US" altLang="en-US" sz="1800" b="0"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menit</a:t>
            </a:r>
            <a:r>
              <a:rPr kumimoji="0" lang="en-US" altLang="en-US" sz="1800" b="0"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terakhir</a:t>
            </a:r>
            <a:r>
              <a:rPr kumimoji="0" lang="en-US" altLang="en-US" sz="1800" b="0"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Cocok</a:t>
            </a:r>
            <a:r>
              <a:rPr kumimoji="0" lang="en-US" altLang="en-US" sz="1800" b="0"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untuk</a:t>
            </a:r>
            <a:r>
              <a:rPr kumimoji="0" lang="en-US" altLang="en-US" sz="1800" b="0"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testing.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Standard Reports:</a:t>
            </a:r>
            <a:r>
              <a:rPr kumimoji="0" lang="en-US" altLang="en-US" sz="1800" b="0"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(Monetization &amp; Traffic) </a:t>
            </a:r>
            <a:r>
              <a:rPr kumimoji="0" lang="en-US" altLang="en-US" sz="1800" b="0"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membutuhkan</a:t>
            </a:r>
            <a:r>
              <a:rPr kumimoji="0" lang="en-US" altLang="en-US" sz="1800" b="0"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waktu</a:t>
            </a:r>
            <a:r>
              <a:rPr kumimoji="0" lang="en-US" altLang="en-US" sz="1800" b="0"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sinkronisasi</a:t>
            </a:r>
            <a:r>
              <a:rPr kumimoji="0" lang="en-US" altLang="en-US" sz="1800" b="0"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sekitar</a:t>
            </a:r>
            <a:r>
              <a:rPr kumimoji="0" lang="en-US" altLang="en-US" sz="1800" b="0" i="0" u="none" strike="noStrike" cap="none" normalizeH="0" baseline="0" dirty="0">
                <a:ln>
                  <a:noFill/>
                </a:ln>
                <a:solidFill>
                  <a:schemeClr val="accent1"/>
                </a:solidFill>
                <a:effectLst/>
                <a:latin typeface="ADLaM Display" panose="02010000000000000000" pitchFamily="2" charset="0"/>
                <a:ea typeface="ADLaM Display" panose="02010000000000000000" pitchFamily="2" charset="0"/>
                <a:cs typeface="ADLaM Display" panose="02010000000000000000" pitchFamily="2" charset="0"/>
              </a:rPr>
              <a:t> 24–48 jam.</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accent4">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Delay </a:t>
            </a:r>
            <a:r>
              <a:rPr kumimoji="0" lang="en-US" altLang="en-US" sz="1800" b="0" i="0" u="none" strike="noStrike" cap="none" normalizeH="0" baseline="0" dirty="0" err="1">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terjadi</a:t>
            </a:r>
            <a:r>
              <a:rPr kumimoji="0" lang="en-US" altLang="en-US" sz="1800" b="0" i="0" u="none" strike="noStrike" cap="none" normalizeH="0" baseline="0" dirty="0">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untuk</a:t>
            </a:r>
            <a:r>
              <a:rPr kumimoji="0" lang="en-US" altLang="en-US" sz="1800" b="0" i="0" u="none" strike="noStrike" cap="none" normalizeH="0" baseline="0" dirty="0">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memastikan</a:t>
            </a:r>
            <a:r>
              <a:rPr kumimoji="0" lang="en-US" altLang="en-US" sz="1800" b="0" i="0" u="none" strike="noStrike" cap="none" normalizeH="0" baseline="0" dirty="0">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data yang </a:t>
            </a:r>
            <a:r>
              <a:rPr kumimoji="0" lang="en-US" altLang="en-US" sz="1800" b="0" i="0" u="none" strike="noStrike" cap="none" normalizeH="0" baseline="0" dirty="0" err="1">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tampil</a:t>
            </a:r>
            <a:r>
              <a:rPr kumimoji="0" lang="en-US" altLang="en-US" sz="1800" b="0" i="0" u="none" strike="noStrike" cap="none" normalizeH="0" baseline="0" dirty="0">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lebih</a:t>
            </a:r>
            <a:r>
              <a:rPr kumimoji="0" lang="en-US" altLang="en-US" sz="1800" b="0" i="0" u="none" strike="noStrike" cap="none" normalizeH="0" baseline="0" dirty="0">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r>
              <a:rPr kumimoji="0" lang="en-US" altLang="en-US" sz="1800" b="0" i="0" u="none" strike="noStrike" cap="none" normalizeH="0" baseline="0" dirty="0" err="1">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akurat</a:t>
            </a:r>
            <a:r>
              <a:rPr kumimoji="0" lang="en-US" altLang="en-US" sz="1800" b="0" i="0" u="none" strike="noStrike" cap="none" normalizeH="0" baseline="0" dirty="0">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dan </a:t>
            </a:r>
            <a:r>
              <a:rPr kumimoji="0" lang="en-US" altLang="en-US" sz="1800" b="0" i="0" u="none" strike="noStrike" cap="none" normalizeH="0" baseline="0" dirty="0" err="1">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stabil</a:t>
            </a:r>
            <a:r>
              <a:rPr kumimoji="0" lang="en-US" altLang="en-US" sz="1800" b="0" i="0" u="none" strike="noStrike" cap="none" normalizeH="0" baseline="0" dirty="0">
                <a:ln>
                  <a:noFill/>
                </a:ln>
                <a:solidFill>
                  <a:schemeClr val="accent2">
                    <a:lumMod val="75000"/>
                  </a:schemeClr>
                </a:solidFill>
                <a:effectLst/>
                <a:latin typeface="ADLaM Display" panose="02010000000000000000" pitchFamily="2" charset="0"/>
                <a:ea typeface="ADLaM Display" panose="02010000000000000000" pitchFamily="2" charset="0"/>
                <a:cs typeface="ADLaM Display" panose="02010000000000000000" pitchFamily="2" charset="0"/>
              </a:rPr>
              <a:t>. </a:t>
            </a:r>
          </a:p>
        </p:txBody>
      </p:sp>
      <p:pic>
        <p:nvPicPr>
          <p:cNvPr id="16" name="Picture 15">
            <a:extLst>
              <a:ext uri="{FF2B5EF4-FFF2-40B4-BE49-F238E27FC236}">
                <a16:creationId xmlns:a16="http://schemas.microsoft.com/office/drawing/2014/main" id="{16388BFB-51DF-C4B9-ED77-27BF6ACBA92F}"/>
              </a:ext>
            </a:extLst>
          </p:cNvPr>
          <p:cNvPicPr>
            <a:picLocks noChangeAspect="1"/>
          </p:cNvPicPr>
          <p:nvPr/>
        </p:nvPicPr>
        <p:blipFill>
          <a:blip r:embed="rId5"/>
          <a:stretch>
            <a:fillRect/>
          </a:stretch>
        </p:blipFill>
        <p:spPr>
          <a:xfrm>
            <a:off x="5291263" y="1445100"/>
            <a:ext cx="2472675" cy="2472675"/>
          </a:xfrm>
          <a:prstGeom prst="rect">
            <a:avLst/>
          </a:prstGeom>
        </p:spPr>
      </p:pic>
    </p:spTree>
    <p:extLst>
      <p:ext uri="{BB962C8B-B14F-4D97-AF65-F5344CB8AC3E}">
        <p14:creationId xmlns:p14="http://schemas.microsoft.com/office/powerpoint/2010/main" val="2758217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241">
          <a:extLst>
            <a:ext uri="{FF2B5EF4-FFF2-40B4-BE49-F238E27FC236}">
              <a16:creationId xmlns:a16="http://schemas.microsoft.com/office/drawing/2014/main" id="{5F6710DC-A1DE-563E-E336-E1E1A5FF8A1C}"/>
            </a:ext>
          </a:extLst>
        </p:cNvPr>
        <p:cNvGrpSpPr/>
        <p:nvPr/>
      </p:nvGrpSpPr>
      <p:grpSpPr>
        <a:xfrm>
          <a:off x="0" y="0"/>
          <a:ext cx="0" cy="0"/>
          <a:chOff x="0" y="0"/>
          <a:chExt cx="0" cy="0"/>
        </a:xfrm>
      </p:grpSpPr>
      <p:sp>
        <p:nvSpPr>
          <p:cNvPr id="1242" name="Google Shape;1242;p60">
            <a:extLst>
              <a:ext uri="{FF2B5EF4-FFF2-40B4-BE49-F238E27FC236}">
                <a16:creationId xmlns:a16="http://schemas.microsoft.com/office/drawing/2014/main" id="{11D94E4F-DC1B-8073-2752-6783243F05CC}"/>
              </a:ext>
            </a:extLst>
          </p:cNvPr>
          <p:cNvSpPr txBox="1">
            <a:spLocks noGrp="1"/>
          </p:cNvSpPr>
          <p:nvPr>
            <p:ph type="ctrTitle"/>
          </p:nvPr>
        </p:nvSpPr>
        <p:spPr>
          <a:xfrm>
            <a:off x="1506292" y="2040735"/>
            <a:ext cx="6131415" cy="46777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600" dirty="0" err="1">
                <a:solidFill>
                  <a:schemeClr val="accent1">
                    <a:lumMod val="75000"/>
                  </a:schemeClr>
                </a:solidFill>
              </a:rPr>
              <a:t>T</a:t>
            </a:r>
            <a:r>
              <a:rPr lang="en-US" sz="3600" dirty="0" err="1">
                <a:solidFill>
                  <a:schemeClr val="accent4">
                    <a:lumMod val="75000"/>
                  </a:schemeClr>
                </a:solidFill>
              </a:rPr>
              <a:t>e</a:t>
            </a:r>
            <a:r>
              <a:rPr lang="en-US" sz="3600" dirty="0" err="1">
                <a:solidFill>
                  <a:schemeClr val="accent3"/>
                </a:solidFill>
              </a:rPr>
              <a:t>r</a:t>
            </a:r>
            <a:r>
              <a:rPr lang="en-US" sz="3600" dirty="0" err="1">
                <a:solidFill>
                  <a:schemeClr val="accent2">
                    <a:lumMod val="75000"/>
                  </a:schemeClr>
                </a:solidFill>
              </a:rPr>
              <a:t>i</a:t>
            </a:r>
            <a:r>
              <a:rPr lang="en-US" sz="3600" dirty="0" err="1">
                <a:solidFill>
                  <a:schemeClr val="accent3"/>
                </a:solidFill>
              </a:rPr>
              <a:t>m</a:t>
            </a:r>
            <a:r>
              <a:rPr lang="en-US" sz="3600" dirty="0" err="1">
                <a:solidFill>
                  <a:schemeClr val="accent4">
                    <a:lumMod val="75000"/>
                  </a:schemeClr>
                </a:solidFill>
              </a:rPr>
              <a:t>a</a:t>
            </a:r>
            <a:r>
              <a:rPr lang="en-US" sz="3600" dirty="0" err="1">
                <a:solidFill>
                  <a:schemeClr val="accent1">
                    <a:lumMod val="75000"/>
                  </a:schemeClr>
                </a:solidFill>
              </a:rPr>
              <a:t>k</a:t>
            </a:r>
            <a:r>
              <a:rPr lang="en-US" sz="3600" dirty="0" err="1">
                <a:solidFill>
                  <a:schemeClr val="accent2">
                    <a:lumMod val="75000"/>
                  </a:schemeClr>
                </a:solidFill>
              </a:rPr>
              <a:t>a</a:t>
            </a:r>
            <a:r>
              <a:rPr lang="en-US" sz="3600" dirty="0" err="1">
                <a:solidFill>
                  <a:schemeClr val="accent4">
                    <a:lumMod val="75000"/>
                  </a:schemeClr>
                </a:solidFill>
              </a:rPr>
              <a:t>s</a:t>
            </a:r>
            <a:r>
              <a:rPr lang="en-US" sz="3600" dirty="0" err="1">
                <a:solidFill>
                  <a:schemeClr val="accent3"/>
                </a:solidFill>
              </a:rPr>
              <a:t>i</a:t>
            </a:r>
            <a:r>
              <a:rPr lang="en-US" sz="3600" dirty="0" err="1">
                <a:solidFill>
                  <a:schemeClr val="accent1">
                    <a:lumMod val="75000"/>
                  </a:schemeClr>
                </a:solidFill>
              </a:rPr>
              <a:t>h</a:t>
            </a:r>
            <a:r>
              <a:rPr lang="en-US" sz="3600" dirty="0">
                <a:solidFill>
                  <a:schemeClr val="accent3"/>
                </a:solidFill>
              </a:rPr>
              <a:t> </a:t>
            </a:r>
            <a:endParaRPr sz="3600" dirty="0">
              <a:solidFill>
                <a:schemeClr val="accent3"/>
              </a:solidFill>
            </a:endParaRPr>
          </a:p>
        </p:txBody>
      </p:sp>
      <p:cxnSp>
        <p:nvCxnSpPr>
          <p:cNvPr id="1244" name="Google Shape;1244;p60">
            <a:extLst>
              <a:ext uri="{FF2B5EF4-FFF2-40B4-BE49-F238E27FC236}">
                <a16:creationId xmlns:a16="http://schemas.microsoft.com/office/drawing/2014/main" id="{E42324FC-B146-B9FB-550F-780B2B646B17}"/>
              </a:ext>
            </a:extLst>
          </p:cNvPr>
          <p:cNvCxnSpPr/>
          <p:nvPr/>
        </p:nvCxnSpPr>
        <p:spPr>
          <a:xfrm>
            <a:off x="6830425" y="1981262"/>
            <a:ext cx="0" cy="366600"/>
          </a:xfrm>
          <a:prstGeom prst="straightConnector1">
            <a:avLst/>
          </a:prstGeom>
          <a:noFill/>
          <a:ln w="9525" cap="flat" cmpd="sng">
            <a:solidFill>
              <a:schemeClr val="dk2"/>
            </a:solidFill>
            <a:prstDash val="solid"/>
            <a:round/>
            <a:headEnd type="none" w="med" len="med"/>
            <a:tailEnd type="none" w="med" len="med"/>
          </a:ln>
        </p:spPr>
      </p:cxnSp>
      <p:pic>
        <p:nvPicPr>
          <p:cNvPr id="8" name="Picture 7">
            <a:extLst>
              <a:ext uri="{FF2B5EF4-FFF2-40B4-BE49-F238E27FC236}">
                <a16:creationId xmlns:a16="http://schemas.microsoft.com/office/drawing/2014/main" id="{E395AE75-2AF5-19AB-5DBE-6C7767DC0C8B}"/>
              </a:ext>
            </a:extLst>
          </p:cNvPr>
          <p:cNvPicPr>
            <a:picLocks noChangeAspect="1"/>
          </p:cNvPicPr>
          <p:nvPr/>
        </p:nvPicPr>
        <p:blipFill>
          <a:blip r:embed="rId3"/>
          <a:stretch>
            <a:fillRect/>
          </a:stretch>
        </p:blipFill>
        <p:spPr>
          <a:xfrm>
            <a:off x="3534145" y="150261"/>
            <a:ext cx="2075708" cy="1890474"/>
          </a:xfrm>
          <a:prstGeom prst="rect">
            <a:avLst/>
          </a:prstGeom>
        </p:spPr>
      </p:pic>
    </p:spTree>
    <p:extLst>
      <p:ext uri="{BB962C8B-B14F-4D97-AF65-F5344CB8AC3E}">
        <p14:creationId xmlns:p14="http://schemas.microsoft.com/office/powerpoint/2010/main" val="543892367"/>
      </p:ext>
    </p:extLst>
  </p:cSld>
  <p:clrMapOvr>
    <a:masterClrMapping/>
  </p:clrMapOvr>
</p:sld>
</file>

<file path=ppt/theme/theme1.xml><?xml version="1.0" encoding="utf-8"?>
<a:theme xmlns:a="http://schemas.openxmlformats.org/drawingml/2006/main" name="Online Learning Planner XL by Slidesgo">
  <a:themeElements>
    <a:clrScheme name="Simple Light">
      <a:dk1>
        <a:srgbClr val="7C7C7C"/>
      </a:dk1>
      <a:lt1>
        <a:srgbClr val="FFFFFF"/>
      </a:lt1>
      <a:dk2>
        <a:srgbClr val="7C7C7C"/>
      </a:dk2>
      <a:lt2>
        <a:srgbClr val="F3F3F3"/>
      </a:lt2>
      <a:accent1>
        <a:srgbClr val="4D8CF5"/>
      </a:accent1>
      <a:accent2>
        <a:srgbClr val="34A853"/>
      </a:accent2>
      <a:accent3>
        <a:srgbClr val="FBBC05"/>
      </a:accent3>
      <a:accent4>
        <a:srgbClr val="EA4335"/>
      </a:accent4>
      <a:accent5>
        <a:srgbClr val="F1F1F1"/>
      </a:accent5>
      <a:accent6>
        <a:srgbClr val="1C1C3D"/>
      </a:accent6>
      <a:hlink>
        <a:srgbClr val="7C7C7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516</TotalTime>
  <Words>802</Words>
  <Application>Microsoft Office PowerPoint</Application>
  <PresentationFormat>On-screen Show (16:9)</PresentationFormat>
  <Paragraphs>67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ADLaM Display</vt:lpstr>
      <vt:lpstr>Arial</vt:lpstr>
      <vt:lpstr>Ubuntu</vt:lpstr>
      <vt:lpstr>Online Learning Planner XL by Slidesgo</vt:lpstr>
      <vt:lpstr>Pemanfatan Google Analytics Sebagai Alat Analisis Pengunjung Website</vt:lpstr>
      <vt:lpstr>Analisis Pengunjung Platform Jasa Website</vt:lpstr>
      <vt:lpstr>Pengenalan Google Analytics 4 (GA4) &amp; Mekanisme Pelacakan Event</vt:lpstr>
      <vt:lpstr>ARSITEKTUR IMPLEMENTASI &amp; PEMETAAN EVENT E-COMMERCE</vt:lpstr>
      <vt:lpstr>ANALISIS METRIK KUNCI &amp; OPTIMASI SISTEM BERBASIS DATA</vt:lpstr>
      <vt:lpstr>Kapan Data Bisa Dilihat?</vt:lpstr>
      <vt:lpstr>Terimakasih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Pemanfatan Google Analytics Sebagai Alat Analisis Pengunjung Website</dc:title>
  <cp:lastModifiedBy>reyon</cp:lastModifiedBy>
  <cp:revision>9</cp:revision>
  <dcterms:modified xsi:type="dcterms:W3CDTF">2026-06-07T14:38:30Z</dcterms:modified>
</cp:coreProperties>
</file>