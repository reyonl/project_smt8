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Implementasi Google Analytics pada Sistem Jasa Website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Optimalisasi Pelacakan Data Pengguna dan Transaksi E-Commerce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Google Analytics 4 (GA4) &amp; Tujuan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Layanan analitik tingkat lanjut untuk menganalisis aktivitas dan perilaku pengunjung secara mendalam.</a:t>
            </a:r>
          </a:p>
          <a:p>
            <a:pPr>
              <a:defRPr sz="2000"/>
            </a:pPr>
            <a:r>
              <a:t>Memantau jumlah dan demografi pengunjung website Jasa Website.</a:t>
            </a:r>
          </a:p>
          <a:p>
            <a:pPr>
              <a:defRPr sz="2000"/>
            </a:pPr>
            <a:r>
              <a:t>Memetakan perjalanan pengguna (User Journey) dari melihat paket hingga selesai transaksi.</a:t>
            </a:r>
          </a:p>
          <a:p>
            <a:pPr>
              <a:defRPr sz="2000"/>
            </a:pPr>
            <a:r>
              <a:t>Mengevaluasi performa sistem checkout dan halaman instruksi pembayaran.</a:t>
            </a:r>
          </a:p>
          <a:p>
            <a:pPr>
              <a:defRPr sz="2000"/>
            </a:pPr>
            <a:r>
              <a:t>Membantu pengambilan keputusan bisnis berdasarkan data riil (Data-Driven).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Implementasi &amp; Teknologi yang Digunakan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Integrasi Dasar: Pembuatan akun, properti GA4, dan pemasangan tracking code secara global.</a:t>
            </a:r>
          </a:p>
          <a:p>
            <a:pPr>
              <a:defRPr sz="2000"/>
            </a:pPr>
            <a:r>
              <a:t>Fitur Lanjutan (E-Commerce Tracking): Melacak seluruh corong konversi (Funnel), bukan sekadar lalu lintas biasa.</a:t>
            </a:r>
          </a:p>
          <a:p>
            <a:pPr>
              <a:defRPr sz="2000"/>
            </a:pPr>
            <a:r>
              <a:t>Event Tracking Spesifik: Melacak interaksi di setiap tombol dan halaman kritis.</a:t>
            </a:r>
          </a:p>
          <a:p>
            <a:pPr>
              <a:defRPr sz="2000"/>
            </a:pPr>
            <a:r>
              <a:t>Session Flash Tracking: Teknologi integrasi Backend (Laravel) ke Frontend untuk merekam transaksi valid.</a:t>
            </a:r>
          </a:p>
          <a:p>
            <a:pPr>
              <a:defRPr sz="2000"/>
            </a:pPr>
            <a:r>
              <a:t>Sistem mentransmisikan data real-time ke server Google tanpa mengganggu kecepatan loading website.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Pemetaan Event Listener (The Funnel)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view_item_list &amp; select_item: Terdeteksi saat pengunjung melihat daftar paket dan klik tombol Order.</a:t>
            </a:r>
          </a:p>
          <a:p>
            <a:pPr>
              <a:defRPr sz="2000"/>
            </a:pPr>
            <a:r>
              <a:t>begin_checkout: Otomatis terekam saat pengguna masuk ke halaman detail Checkout.</a:t>
            </a:r>
          </a:p>
          <a:p>
            <a:pPr>
              <a:defRPr sz="2000"/>
            </a:pPr>
            <a:r>
              <a:t>add_payment_info: Dilacak saat pengguna membaca instruksi transfer pembayaran manual.</a:t>
            </a:r>
          </a:p>
          <a:p>
            <a:pPr>
              <a:defRPr sz="2000"/>
            </a:pPr>
            <a:r>
              <a:t>purchase (Pembelian): Tereksekusi hanya saat pengguna sukses mengunggah bukti transfer (Data Revenue 100% valid).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Manfaat Analisis dari Data E-Commerce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Cart Abandonment Rate: Mengidentifikasi persentase pengunjung yang memulai checkout namun batal membayar.</a:t>
            </a:r>
          </a:p>
          <a:p>
            <a:pPr>
              <a:defRPr sz="2000"/>
            </a:pPr>
            <a:r>
              <a:t>Performa Paket: Membandingkan paket mana yang paling sering dilihat dengan yang paling banyak dibeli.</a:t>
            </a:r>
          </a:p>
          <a:p>
            <a:pPr>
              <a:defRPr sz="2000"/>
            </a:pPr>
            <a:r>
              <a:t>Optimalisasi UX: Mengevaluasi efektivitas halaman instruksi pembayaran.</a:t>
            </a:r>
          </a:p>
          <a:p>
            <a:pPr>
              <a:defRPr sz="2000"/>
            </a:pPr>
            <a:r>
              <a:t>Deteksi Kebocoran: Menemukan halaman mana yang menyebabkan pengunjung pergi (Bounce Rate tinggi).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Kesimpulan &amp; Langkah ke Depan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Sistem Jasa Website kini sepenuhnya cerdas dalam melacak aktivitas pengguna dan pendapatan transaksi.</a:t>
            </a:r>
          </a:p>
          <a:p>
            <a:pPr>
              <a:defRPr sz="2000"/>
            </a:pPr>
            <a:r>
              <a:t>Solusi Session Flash telah berhasil menuntaskan celah tracking di sistem transfer manual.</a:t>
            </a:r>
          </a:p>
          <a:p>
            <a:pPr>
              <a:defRPr sz="2000"/>
            </a:pPr>
            <a:r>
              <a:t>Tindak Lanjut 1: Pantau dasbor Analytics secara rutin (ingat ada proses sinkronisasi data 24-48 jam).</a:t>
            </a:r>
          </a:p>
          <a:p>
            <a:pPr>
              <a:defRPr sz="2000"/>
            </a:pPr>
            <a:r>
              <a:t>Tindak Lanjut 2: Evaluasi sumber traffic (sosial media, iklan, SEO) mana yang menyumbang purchase terbanyak.</a:t>
            </a:r>
          </a:p>
          <a:p>
            <a:pPr>
              <a:defRPr sz="2000"/>
            </a:pPr>
            <a:r>
              <a:t>Tindak Lanjut 3: Gunakan insight audiens untuk menciptakan strategi pemasaran yang lebih tertarget.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