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  <a:latin typeface="Calibri"/>
              </a:defRPr>
            </a:pPr>
            <a:r>
              <a:t>1. Pendahuluan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 wrap="square"/>
          <a:lstStyle/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Pengertian Google Analytics: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Layanan analitik web gratis dari Google untuk melacak dan melaporkan lalu lintas website.</a:t>
            </a:r>
          </a:p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Tujuan Penggunaan pada Website Antigravity: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Mengukur efektivitas website sebagai sarana penawaran jasa pembuatan website.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Mengidentifikasi target pasar potensial secara lebih presisi.</a:t>
            </a:r>
          </a:p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Pentingnya Analisis Data Pengunjung: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Memahami perilaku dan minat audiens secara nyata (Data-Driven).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Mengurangi risiko pengambilan keputusan yang salah dalam operasional bisnis.</a:t>
            </a:r>
          </a:p>
        </p:txBody>
      </p:sp>
      <p:pic>
        <p:nvPicPr>
          <p:cNvPr id="4" name="Picture 3" descr="tech_analytics_illus_1780044086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  <a:latin typeface="Calibri"/>
              </a:defRPr>
            </a:pPr>
            <a:r>
              <a:t>2. Implementasi Google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Cara Integrasi ke Website Antigravity: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Pembuatan akun dan pengaturan Properti (Web Stream) di GA4.</a:t>
            </a:r>
          </a:p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Tahapan Pemasangan Tracking Code: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Menambahkan script gtag.js ke dalam tag &lt;head&gt; di seluruh halaman (global).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Melakukan verifikasi melalui Realtime Report atau Google Tag Assistant.</a:t>
            </a:r>
          </a:p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Fitur Analytics yang Digunakan: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Traffic Acquisition, E-Commerce Events, dan Event Tracking Custom.</a:t>
            </a:r>
          </a:p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Cara Pengumpulan Data: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Sistem menggunakan Event Listeners (misal: 'purchase' / 'view_item_list') yang ditembakkan melalui browser pengunjung.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  <a:latin typeface="Calibri"/>
              </a:defRPr>
            </a:pPr>
            <a:r>
              <a:t>3. Hasil dan Kriteria Analisis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 wrap="square"/>
          <a:lstStyle/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Data Utama yang Dianalisis: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Jumlah Pengunjung &amp; Pengguna Aktif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Lama Kunjungan &amp; Bounce Rate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Halaman Terpopuler (Pageviews)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Sumber Traffic (Sosial media, Organik, dsb)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Demografi: Lokasi &amp; Device (Mobile/Desktop)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Klik &amp; Interaksi Spesifik (Tombol Pesan)</a:t>
            </a:r>
          </a:p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Manfaat bagi Antigravity: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Optimalisasi antarmuka berdasarkan device pengguna.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Penyesuaian materi promosi dengan halaman terpopuler.</a:t>
            </a:r>
          </a:p>
        </p:txBody>
      </p:sp>
      <p:pic>
        <p:nvPicPr>
          <p:cNvPr id="4" name="Picture 3" descr="visitor_chart_17800441020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F497D"/>
                </a:solidFill>
                <a:latin typeface="Calibri"/>
              </a:defRPr>
            </a:pPr>
            <a:r>
              <a:t>4. Kesimpulan &amp; Rekomendasi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 wrap="square"/>
          <a:lstStyle/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Kesimpulan Implementasi: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Google Analytics telah terintegrasi sukses dan berhasil memetakan seluruh interaksi pengguna di platform.</a:t>
            </a:r>
          </a:p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Dampak Analisis terhadap Sistem: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Memberikan kejelasan titik kelemahan sistem (misal: tingginya pembatalan saat checkout) untuk perbaikan instan.</a:t>
            </a:r>
          </a:p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Saran Pengembangan: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Menjalankan evaluasi rutin bulanan berdasarkan laporan analitik.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Menggunakan A/B Testing untuk halaman dengan Bounce Rate tinggi.</a:t>
            </a:r>
          </a:p>
          <a:p>
            <a:pPr lvl="1">
              <a:defRPr sz="1600">
                <a:solidFill>
                  <a:srgbClr val="404040"/>
                </a:solidFill>
                <a:latin typeface="Calibri"/>
              </a:defRPr>
            </a:pPr>
            <a:r>
              <a:t>  • Fokus kampanye iklan pada sumber traffic yang paling banyak melakukan konversi (purchase).</a:t>
            </a:r>
          </a:p>
        </p:txBody>
      </p:sp>
      <p:pic>
        <p:nvPicPr>
          <p:cNvPr id="4" name="Picture 3" descr="ga_dashboard_mockup_17800441182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