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Jasa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 Pemesanan &amp; Manajemen Proyek Website Terpadu</a:t>
            </a:r>
          </a:p>
          <a:p>
            <a:r>
              <a:t>Ringkasan Keseluruhan Proyek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Digitalisasi Pemesanan: Mempermudah klien dalam memilih dan memesan layanan pembuatan website.</a:t>
            </a:r>
          </a:p>
          <a:p>
            <a:pPr>
              <a:defRPr sz="1800"/>
            </a:pPr>
            <a:r>
              <a:t>Transparansi Proyek: Klien dapat memantau status pesanan dan progress pengerjaan secara real-time.</a:t>
            </a:r>
          </a:p>
          <a:p>
            <a:pPr>
              <a:defRPr sz="1800"/>
            </a:pPr>
            <a:r>
              <a:t>Sentralisasi Komunikasi: Menggantikan komunikasi terpisah (chat) dengan Ruang Diskusi yang terintegrasi di dalam sistem.</a:t>
            </a:r>
          </a:p>
          <a:p>
            <a:pPr>
              <a:defRPr sz="1800"/>
            </a:pPr>
            <a:r>
              <a:t>Keputusan Berbasis Data: Melacak performa bisnis secara akurat menggunakan sistem Analytics 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Unggulan (Sisi Klien)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Katalog Paket Dinamis: Klien dapat melihat pilihan paket website beserta harganya dengan tampilan modern.</a:t>
            </a:r>
          </a:p>
          <a:p>
            <a:pPr>
              <a:defRPr sz="1800"/>
            </a:pPr>
            <a:r>
              <a:t>Custom Order: Fasilitas form khusus bagi klien yang menginginkan website dengan spesifikasi unik.</a:t>
            </a:r>
          </a:p>
          <a:p>
            <a:pPr>
              <a:defRPr sz="1800"/>
            </a:pPr>
            <a:r>
              <a:t>Sistem Pembayaran Manual: Alur upload bukti transfer yang mudah dan terstruktur.</a:t>
            </a:r>
          </a:p>
          <a:p>
            <a:pPr>
              <a:defRPr sz="1800"/>
            </a:pPr>
            <a:r>
              <a:t>Ruang Diskusi &amp; Progress: Klien dapat berinteraksi langsung dengan admin dan melihat riwayat pengerjaan proyek (Timeline).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Unggulan (Sisi Admin)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Manajemen Paket: Admin memiliki kendali penuh untuk menambah, mengubah, atau menghapus paket layanan.</a:t>
            </a:r>
          </a:p>
          <a:p>
            <a:pPr>
              <a:defRPr sz="1800"/>
            </a:pPr>
            <a:r>
              <a:t>Verifikasi Pembayaran: Sistem validasi bukti transfer dengan sekali klik (Approve / Reject).</a:t>
            </a:r>
          </a:p>
          <a:p>
            <a:pPr>
              <a:defRPr sz="1800"/>
            </a:pPr>
            <a:r>
              <a:t>Update Progress: Kemampuan admin untuk memperbarui status pesanan dan memberikan catatan progress harian ke klien.</a:t>
            </a:r>
          </a:p>
          <a:p>
            <a:pPr>
              <a:defRPr sz="1800"/>
            </a:pPr>
            <a:r>
              <a:t>Laporan (Reporting): Fitur rekapitulasi data pesanan yang dapat dicetak (Printable) untuk evaluasi bulanan.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Kerja Sistem (User Journey)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Pemilihan Produk: Klien memilih paket reguler atau mengajukan penawaran custom.</a:t>
            </a:r>
          </a:p>
          <a:p>
            <a:pPr>
              <a:defRPr sz="1800"/>
            </a:pPr>
            <a:r>
              <a:t>2. Checkout &amp; Bayar: Klien menerima kode pesanan (Invoice) dan mengunggah bukti transfer bank.</a:t>
            </a:r>
          </a:p>
          <a:p>
            <a:pPr>
              <a:defRPr sz="1800"/>
            </a:pPr>
            <a:r>
              <a:t>3. Verifikasi &amp; Pengerjaan: Admin menyetujui pembayaran dan sistem mengubah status menjadi 'Diproses'.</a:t>
            </a:r>
          </a:p>
          <a:p>
            <a:pPr>
              <a:defRPr sz="1800"/>
            </a:pPr>
            <a:r>
              <a:t>4. Interaksi Proyek: Klien dan Admin saling berkomunikasi dan berbagi lampiran melalui Ruang Diskusi.</a:t>
            </a:r>
          </a:p>
          <a:p>
            <a:pPr>
              <a:defRPr sz="1800"/>
            </a:pPr>
            <a:r>
              <a:t>5. Penyerahan Final: Pesanan ditandai selesai (Completed) dan data dikunci.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Integrasi Canggih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Google Analytics 4 (GA4) terpasang di seluruh alur penting aplikasi.</a:t>
            </a:r>
          </a:p>
          <a:p>
            <a:pPr>
              <a:defRPr sz="1800"/>
            </a:pPr>
            <a:r>
              <a:t>E-Commerce Funnel Tracking: Sistem merekam data mulai dari klien melihat paket (view_item) hingga sukses membayar (purchase).</a:t>
            </a:r>
          </a:p>
          <a:p>
            <a:pPr>
              <a:defRPr sz="1800"/>
            </a:pPr>
            <a:r>
              <a:t>Session Flash Tracking: Solusi inovatif yang menjamin data pendapatan (Revenue) 100% valid terekam ke Google saat bukti pembayaran diunggah.</a:t>
            </a:r>
          </a:p>
          <a:p>
            <a:pPr>
              <a:defRPr sz="1800"/>
            </a:pPr>
            <a:r>
              <a:t>Dampak: Membantu tim manajemen mengevaluasi paket mana yang paling laris dan dari mana asal konversi terbesar.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Keseluruhan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Aplikasi Jasa Website adalah solusi 'End-to-End' yang sangat komprehensif.</a:t>
            </a:r>
          </a:p>
          <a:p>
            <a:pPr>
              <a:defRPr sz="1800"/>
            </a:pPr>
            <a:r>
              <a:t>Memadukan User Experience (UX) yang menarik di sisi klien dengan User Interface (UI) fungsional di sisi admin.</a:t>
            </a:r>
          </a:p>
          <a:p>
            <a:pPr>
              <a:defRPr sz="1800"/>
            </a:pPr>
            <a:r>
              <a:t>Dibangun dengan teknologi modern (Laravel) yang aman, cepat, dan terukur.</a:t>
            </a:r>
          </a:p>
          <a:p>
            <a:pPr>
              <a:defRPr sz="1800"/>
            </a:pPr>
            <a:r>
              <a:t>Siap mendukung pertumbuhan bisnis melalui pencatatan data yang presisi dan pelacakan analitik pintar.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